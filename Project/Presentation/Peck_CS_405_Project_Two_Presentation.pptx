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0" r:id="rId13"/>
    <p:sldId id="271" r:id="rId14"/>
    <p:sldId id="272"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87CE8E-647B-4CA1-A529-BECBAC762F83}" v="12" dt="2026-06-21T18:04:11.121"/>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ck, Michael" userId="41d8500f-ea3a-4039-af98-a5449a1be8b0" providerId="ADAL" clId="{96F5E008-19F8-497B-82A9-9A1EF9EFDE43}"/>
    <pc:docChg chg="custSel modSld">
      <pc:chgData name="Peck, Michael" userId="41d8500f-ea3a-4039-af98-a5449a1be8b0" providerId="ADAL" clId="{96F5E008-19F8-497B-82A9-9A1EF9EFDE43}" dt="2026-06-21T01:31:35.297" v="594" actId="14734"/>
      <pc:docMkLst>
        <pc:docMk/>
      </pc:docMkLst>
      <pc:sldChg chg="modSp mod">
        <pc:chgData name="Peck, Michael" userId="41d8500f-ea3a-4039-af98-a5449a1be8b0" providerId="ADAL" clId="{96F5E008-19F8-497B-82A9-9A1EF9EFDE43}" dt="2026-06-21T00:58:55.453" v="59" actId="255"/>
        <pc:sldMkLst>
          <pc:docMk/>
          <pc:sldMk cId="0" sldId="257"/>
        </pc:sldMkLst>
        <pc:spChg chg="mod">
          <ac:chgData name="Peck, Michael" userId="41d8500f-ea3a-4039-af98-a5449a1be8b0" providerId="ADAL" clId="{96F5E008-19F8-497B-82A9-9A1EF9EFDE43}" dt="2026-06-21T00:58:55.453" v="59" actId="255"/>
          <ac:spMkLst>
            <pc:docMk/>
            <pc:sldMk cId="0" sldId="257"/>
            <ac:spMk id="152" creationId="{00000000-0000-0000-0000-000000000000}"/>
          </ac:spMkLst>
        </pc:spChg>
      </pc:sldChg>
      <pc:sldChg chg="addSp delSp modSp mod">
        <pc:chgData name="Peck, Michael" userId="41d8500f-ea3a-4039-af98-a5449a1be8b0" providerId="ADAL" clId="{96F5E008-19F8-497B-82A9-9A1EF9EFDE43}" dt="2026-06-21T01:31:35.297" v="594" actId="14734"/>
        <pc:sldMkLst>
          <pc:docMk/>
          <pc:sldMk cId="0" sldId="258"/>
        </pc:sldMkLst>
        <pc:spChg chg="add del mod">
          <ac:chgData name="Peck, Michael" userId="41d8500f-ea3a-4039-af98-a5449a1be8b0" providerId="ADAL" clId="{96F5E008-19F8-497B-82A9-9A1EF9EFDE43}" dt="2026-06-21T01:19:27.630" v="243" actId="478"/>
          <ac:spMkLst>
            <pc:docMk/>
            <pc:sldMk cId="0" sldId="258"/>
            <ac:spMk id="3" creationId="{8D838059-17B8-5697-7B7B-5C2A4585D07C}"/>
          </ac:spMkLst>
        </pc:spChg>
        <pc:spChg chg="del">
          <ac:chgData name="Peck, Michael" userId="41d8500f-ea3a-4039-af98-a5449a1be8b0" providerId="ADAL" clId="{96F5E008-19F8-497B-82A9-9A1EF9EFDE43}" dt="2026-06-21T01:19:24.243" v="242" actId="478"/>
          <ac:spMkLst>
            <pc:docMk/>
            <pc:sldMk cId="0" sldId="258"/>
            <ac:spMk id="160" creationId="{00000000-0000-0000-0000-000000000000}"/>
          </ac:spMkLst>
        </pc:spChg>
        <pc:graphicFrameChg chg="mod modGraphic">
          <ac:chgData name="Peck, Michael" userId="41d8500f-ea3a-4039-af98-a5449a1be8b0" providerId="ADAL" clId="{96F5E008-19F8-497B-82A9-9A1EF9EFDE43}" dt="2026-06-21T01:31:35.297" v="594" actId="14734"/>
          <ac:graphicFrameMkLst>
            <pc:docMk/>
            <pc:sldMk cId="0" sldId="258"/>
            <ac:graphicFrameMk id="161" creationId="{00000000-0000-0000-0000-000000000000}"/>
          </ac:graphicFrameMkLst>
        </pc:graphicFrameChg>
      </pc:sldChg>
    </pc:docChg>
  </pc:docChgLst>
  <pc:docChgLst>
    <pc:chgData name="Peck, Michael" userId="41d8500f-ea3a-4039-af98-a5449a1be8b0" providerId="ADAL" clId="{54FAFAE8-6C75-4F7F-9322-735F79DC22E2}"/>
    <pc:docChg chg="undo custSel addSld modSld">
      <pc:chgData name="Peck, Michael" userId="41d8500f-ea3a-4039-af98-a5449a1be8b0" providerId="ADAL" clId="{54FAFAE8-6C75-4F7F-9322-735F79DC22E2}" dt="2026-06-21T18:11:15.465" v="5760" actId="1076"/>
      <pc:docMkLst>
        <pc:docMk/>
      </pc:docMkLst>
      <pc:sldChg chg="modSp mod">
        <pc:chgData name="Peck, Michael" userId="41d8500f-ea3a-4039-af98-a5449a1be8b0" providerId="ADAL" clId="{54FAFAE8-6C75-4F7F-9322-735F79DC22E2}" dt="2026-06-17T22:28:13.430" v="14" actId="20577"/>
        <pc:sldMkLst>
          <pc:docMk/>
          <pc:sldMk cId="0" sldId="256"/>
        </pc:sldMkLst>
        <pc:spChg chg="mod">
          <ac:chgData name="Peck, Michael" userId="41d8500f-ea3a-4039-af98-a5449a1be8b0" providerId="ADAL" clId="{54FAFAE8-6C75-4F7F-9322-735F79DC22E2}" dt="2026-06-17T22:28:13.430" v="14" actId="20577"/>
          <ac:spMkLst>
            <pc:docMk/>
            <pc:sldMk cId="0" sldId="256"/>
            <ac:spMk id="145" creationId="{00000000-0000-0000-0000-000000000000}"/>
          </ac:spMkLst>
        </pc:spChg>
      </pc:sldChg>
      <pc:sldChg chg="modSp mod">
        <pc:chgData name="Peck, Michael" userId="41d8500f-ea3a-4039-af98-a5449a1be8b0" providerId="ADAL" clId="{54FAFAE8-6C75-4F7F-9322-735F79DC22E2}" dt="2026-06-21T05:34:28.024" v="2424" actId="20577"/>
        <pc:sldMkLst>
          <pc:docMk/>
          <pc:sldMk cId="0" sldId="258"/>
        </pc:sldMkLst>
        <pc:graphicFrameChg chg="modGraphic">
          <ac:chgData name="Peck, Michael" userId="41d8500f-ea3a-4039-af98-a5449a1be8b0" providerId="ADAL" clId="{54FAFAE8-6C75-4F7F-9322-735F79DC22E2}" dt="2026-06-21T05:34:28.024" v="2424" actId="20577"/>
          <ac:graphicFrameMkLst>
            <pc:docMk/>
            <pc:sldMk cId="0" sldId="258"/>
            <ac:graphicFrameMk id="161" creationId="{00000000-0000-0000-0000-000000000000}"/>
          </ac:graphicFrameMkLst>
        </pc:graphicFrameChg>
      </pc:sldChg>
      <pc:sldChg chg="modSp mod">
        <pc:chgData name="Peck, Michael" userId="41d8500f-ea3a-4039-af98-a5449a1be8b0" providerId="ADAL" clId="{54FAFAE8-6C75-4F7F-9322-735F79DC22E2}" dt="2026-06-21T04:14:34.415" v="825" actId="14100"/>
        <pc:sldMkLst>
          <pc:docMk/>
          <pc:sldMk cId="0" sldId="259"/>
        </pc:sldMkLst>
        <pc:spChg chg="mod">
          <ac:chgData name="Peck, Michael" userId="41d8500f-ea3a-4039-af98-a5449a1be8b0" providerId="ADAL" clId="{54FAFAE8-6C75-4F7F-9322-735F79DC22E2}" dt="2026-06-21T04:14:34.415" v="825" actId="14100"/>
          <ac:spMkLst>
            <pc:docMk/>
            <pc:sldMk cId="0" sldId="259"/>
            <ac:spMk id="168" creationId="{00000000-0000-0000-0000-000000000000}"/>
          </ac:spMkLst>
        </pc:spChg>
      </pc:sldChg>
      <pc:sldChg chg="addSp delSp modSp mod modClrScheme chgLayout">
        <pc:chgData name="Peck, Michael" userId="41d8500f-ea3a-4039-af98-a5449a1be8b0" providerId="ADAL" clId="{54FAFAE8-6C75-4F7F-9322-735F79DC22E2}" dt="2026-06-21T04:50:01.632" v="2063" actId="20577"/>
        <pc:sldMkLst>
          <pc:docMk/>
          <pc:sldMk cId="0" sldId="260"/>
        </pc:sldMkLst>
        <pc:spChg chg="add mod ord">
          <ac:chgData name="Peck, Michael" userId="41d8500f-ea3a-4039-af98-a5449a1be8b0" providerId="ADAL" clId="{54FAFAE8-6C75-4F7F-9322-735F79DC22E2}" dt="2026-06-21T04:50:01.632" v="2063" actId="20577"/>
          <ac:spMkLst>
            <pc:docMk/>
            <pc:sldMk cId="0" sldId="260"/>
            <ac:spMk id="2" creationId="{09363A95-0474-B088-BB75-C2998304E2DE}"/>
          </ac:spMkLst>
        </pc:spChg>
        <pc:spChg chg="add mod ord">
          <ac:chgData name="Peck, Michael" userId="41d8500f-ea3a-4039-af98-a5449a1be8b0" providerId="ADAL" clId="{54FAFAE8-6C75-4F7F-9322-735F79DC22E2}" dt="2026-06-21T04:49:29.811" v="1993" actId="20577"/>
          <ac:spMkLst>
            <pc:docMk/>
            <pc:sldMk cId="0" sldId="260"/>
            <ac:spMk id="3" creationId="{D9F57700-B888-6E7C-6098-266F0960889E}"/>
          </ac:spMkLst>
        </pc:spChg>
        <pc:spChg chg="mod ord">
          <ac:chgData name="Peck, Michael" userId="41d8500f-ea3a-4039-af98-a5449a1be8b0" providerId="ADAL" clId="{54FAFAE8-6C75-4F7F-9322-735F79DC22E2}" dt="2026-06-21T04:30:57.151" v="827" actId="700"/>
          <ac:spMkLst>
            <pc:docMk/>
            <pc:sldMk cId="0" sldId="260"/>
            <ac:spMk id="174" creationId="{00000000-0000-0000-0000-000000000000}"/>
          </ac:spMkLst>
        </pc:spChg>
        <pc:spChg chg="del mod ord">
          <ac:chgData name="Peck, Michael" userId="41d8500f-ea3a-4039-af98-a5449a1be8b0" providerId="ADAL" clId="{54FAFAE8-6C75-4F7F-9322-735F79DC22E2}" dt="2026-06-21T04:30:57.151" v="827" actId="700"/>
          <ac:spMkLst>
            <pc:docMk/>
            <pc:sldMk cId="0" sldId="260"/>
            <ac:spMk id="175" creationId="{00000000-0000-0000-0000-000000000000}"/>
          </ac:spMkLst>
        </pc:spChg>
      </pc:sldChg>
      <pc:sldChg chg="modSp mod">
        <pc:chgData name="Peck, Michael" userId="41d8500f-ea3a-4039-af98-a5449a1be8b0" providerId="ADAL" clId="{54FAFAE8-6C75-4F7F-9322-735F79DC22E2}" dt="2026-06-21T14:22:47.733" v="2789" actId="255"/>
        <pc:sldMkLst>
          <pc:docMk/>
          <pc:sldMk cId="0" sldId="261"/>
        </pc:sldMkLst>
        <pc:spChg chg="mod">
          <ac:chgData name="Peck, Michael" userId="41d8500f-ea3a-4039-af98-a5449a1be8b0" providerId="ADAL" clId="{54FAFAE8-6C75-4F7F-9322-735F79DC22E2}" dt="2026-06-21T14:22:47.733" v="2789" actId="255"/>
          <ac:spMkLst>
            <pc:docMk/>
            <pc:sldMk cId="0" sldId="261"/>
            <ac:spMk id="182" creationId="{00000000-0000-0000-0000-000000000000}"/>
          </ac:spMkLst>
        </pc:spChg>
      </pc:sldChg>
      <pc:sldChg chg="modSp mod">
        <pc:chgData name="Peck, Michael" userId="41d8500f-ea3a-4039-af98-a5449a1be8b0" providerId="ADAL" clId="{54FAFAE8-6C75-4F7F-9322-735F79DC22E2}" dt="2026-06-21T15:04:06.624" v="3118" actId="27636"/>
        <pc:sldMkLst>
          <pc:docMk/>
          <pc:sldMk cId="0" sldId="262"/>
        </pc:sldMkLst>
        <pc:spChg chg="mod">
          <ac:chgData name="Peck, Michael" userId="41d8500f-ea3a-4039-af98-a5449a1be8b0" providerId="ADAL" clId="{54FAFAE8-6C75-4F7F-9322-735F79DC22E2}" dt="2026-06-21T15:04:06.624" v="3118" actId="27636"/>
          <ac:spMkLst>
            <pc:docMk/>
            <pc:sldMk cId="0" sldId="262"/>
            <ac:spMk id="189" creationId="{00000000-0000-0000-0000-000000000000}"/>
          </ac:spMkLst>
        </pc:spChg>
      </pc:sldChg>
      <pc:sldChg chg="addSp delSp modSp mod modClrScheme chgLayout">
        <pc:chgData name="Peck, Michael" userId="41d8500f-ea3a-4039-af98-a5449a1be8b0" providerId="ADAL" clId="{54FAFAE8-6C75-4F7F-9322-735F79DC22E2}" dt="2026-06-21T18:06:47.293" v="5749" actId="1076"/>
        <pc:sldMkLst>
          <pc:docMk/>
          <pc:sldMk cId="0" sldId="263"/>
        </pc:sldMkLst>
        <pc:spChg chg="add mod ord">
          <ac:chgData name="Peck, Michael" userId="41d8500f-ea3a-4039-af98-a5449a1be8b0" providerId="ADAL" clId="{54FAFAE8-6C75-4F7F-9322-735F79DC22E2}" dt="2026-06-21T17:56:44.671" v="5546" actId="20577"/>
          <ac:spMkLst>
            <pc:docMk/>
            <pc:sldMk cId="0" sldId="263"/>
            <ac:spMk id="2" creationId="{F3760165-8735-C5F1-4F2A-E1BF9FC6F3F8}"/>
          </ac:spMkLst>
        </pc:spChg>
        <pc:spChg chg="mod ord">
          <ac:chgData name="Peck, Michael" userId="41d8500f-ea3a-4039-af98-a5449a1be8b0" providerId="ADAL" clId="{54FAFAE8-6C75-4F7F-9322-735F79DC22E2}" dt="2026-06-21T17:52:59.282" v="5499" actId="700"/>
          <ac:spMkLst>
            <pc:docMk/>
            <pc:sldMk cId="0" sldId="263"/>
            <ac:spMk id="195" creationId="{00000000-0000-0000-0000-000000000000}"/>
          </ac:spMkLst>
        </pc:spChg>
        <pc:spChg chg="mod ord">
          <ac:chgData name="Peck, Michael" userId="41d8500f-ea3a-4039-af98-a5449a1be8b0" providerId="ADAL" clId="{54FAFAE8-6C75-4F7F-9322-735F79DC22E2}" dt="2026-06-21T17:56:38.177" v="5529" actId="20577"/>
          <ac:spMkLst>
            <pc:docMk/>
            <pc:sldMk cId="0" sldId="263"/>
            <ac:spMk id="196" creationId="{00000000-0000-0000-0000-000000000000}"/>
          </ac:spMkLst>
        </pc:spChg>
        <pc:picChg chg="add del mod">
          <ac:chgData name="Peck, Michael" userId="41d8500f-ea3a-4039-af98-a5449a1be8b0" providerId="ADAL" clId="{54FAFAE8-6C75-4F7F-9322-735F79DC22E2}" dt="2026-06-21T17:55:31.155" v="5503" actId="478"/>
          <ac:picMkLst>
            <pc:docMk/>
            <pc:sldMk cId="0" sldId="263"/>
            <ac:picMk id="4" creationId="{DFEC7A61-6EB8-6B77-30BD-A536CC31F655}"/>
          </ac:picMkLst>
        </pc:picChg>
        <pc:picChg chg="add mod">
          <ac:chgData name="Peck, Michael" userId="41d8500f-ea3a-4039-af98-a5449a1be8b0" providerId="ADAL" clId="{54FAFAE8-6C75-4F7F-9322-735F79DC22E2}" dt="2026-06-21T18:04:11.120" v="5747" actId="14826"/>
          <ac:picMkLst>
            <pc:docMk/>
            <pc:sldMk cId="0" sldId="263"/>
            <ac:picMk id="6" creationId="{5A461D82-62B8-3A24-7159-2C85BC2DF2CE}"/>
          </ac:picMkLst>
        </pc:picChg>
        <pc:picChg chg="add mod">
          <ac:chgData name="Peck, Michael" userId="41d8500f-ea3a-4039-af98-a5449a1be8b0" providerId="ADAL" clId="{54FAFAE8-6C75-4F7F-9322-735F79DC22E2}" dt="2026-06-21T17:56:48.434" v="5547" actId="14100"/>
          <ac:picMkLst>
            <pc:docMk/>
            <pc:sldMk cId="0" sldId="263"/>
            <ac:picMk id="8" creationId="{C50DF6A5-2636-484F-D6DF-FEEFDA57ABE7}"/>
          </ac:picMkLst>
        </pc:picChg>
        <pc:picChg chg="add mod">
          <ac:chgData name="Peck, Michael" userId="41d8500f-ea3a-4039-af98-a5449a1be8b0" providerId="ADAL" clId="{54FAFAE8-6C75-4F7F-9322-735F79DC22E2}" dt="2026-06-21T18:06:47.293" v="5749" actId="1076"/>
          <ac:picMkLst>
            <pc:docMk/>
            <pc:sldMk cId="0" sldId="263"/>
            <ac:picMk id="10" creationId="{12C708E5-C24D-2D38-C2A5-56F7968DC0F1}"/>
          </ac:picMkLst>
        </pc:picChg>
      </pc:sldChg>
      <pc:sldChg chg="modSp mod">
        <pc:chgData name="Peck, Michael" userId="41d8500f-ea3a-4039-af98-a5449a1be8b0" providerId="ADAL" clId="{54FAFAE8-6C75-4F7F-9322-735F79DC22E2}" dt="2026-06-21T16:12:51.954" v="3571" actId="403"/>
        <pc:sldMkLst>
          <pc:docMk/>
          <pc:sldMk cId="0" sldId="265"/>
        </pc:sldMkLst>
        <pc:spChg chg="mod">
          <ac:chgData name="Peck, Michael" userId="41d8500f-ea3a-4039-af98-a5449a1be8b0" providerId="ADAL" clId="{54FAFAE8-6C75-4F7F-9322-735F79DC22E2}" dt="2026-06-21T16:12:51.954" v="3571" actId="403"/>
          <ac:spMkLst>
            <pc:docMk/>
            <pc:sldMk cId="0" sldId="265"/>
            <ac:spMk id="210" creationId="{00000000-0000-0000-0000-000000000000}"/>
          </ac:spMkLst>
        </pc:spChg>
      </pc:sldChg>
      <pc:sldChg chg="addSp modSp mod modClrScheme chgLayout">
        <pc:chgData name="Peck, Michael" userId="41d8500f-ea3a-4039-af98-a5449a1be8b0" providerId="ADAL" clId="{54FAFAE8-6C75-4F7F-9322-735F79DC22E2}" dt="2026-06-21T16:54:01.507" v="4175" actId="404"/>
        <pc:sldMkLst>
          <pc:docMk/>
          <pc:sldMk cId="0" sldId="266"/>
        </pc:sldMkLst>
        <pc:spChg chg="add mod ord">
          <ac:chgData name="Peck, Michael" userId="41d8500f-ea3a-4039-af98-a5449a1be8b0" providerId="ADAL" clId="{54FAFAE8-6C75-4F7F-9322-735F79DC22E2}" dt="2026-06-21T16:54:01.507" v="4175" actId="404"/>
          <ac:spMkLst>
            <pc:docMk/>
            <pc:sldMk cId="0" sldId="266"/>
            <ac:spMk id="2" creationId="{29AAC3A6-A6E6-BA1B-CDF7-D509124A3159}"/>
          </ac:spMkLst>
        </pc:spChg>
        <pc:spChg chg="mod ord">
          <ac:chgData name="Peck, Michael" userId="41d8500f-ea3a-4039-af98-a5449a1be8b0" providerId="ADAL" clId="{54FAFAE8-6C75-4F7F-9322-735F79DC22E2}" dt="2026-06-21T16:53:30.008" v="4164" actId="700"/>
          <ac:spMkLst>
            <pc:docMk/>
            <pc:sldMk cId="0" sldId="266"/>
            <ac:spMk id="216" creationId="{00000000-0000-0000-0000-000000000000}"/>
          </ac:spMkLst>
        </pc:spChg>
        <pc:spChg chg="mod ord">
          <ac:chgData name="Peck, Michael" userId="41d8500f-ea3a-4039-af98-a5449a1be8b0" providerId="ADAL" clId="{54FAFAE8-6C75-4F7F-9322-735F79DC22E2}" dt="2026-06-21T16:53:42.182" v="4171" actId="27636"/>
          <ac:spMkLst>
            <pc:docMk/>
            <pc:sldMk cId="0" sldId="266"/>
            <ac:spMk id="217" creationId="{00000000-0000-0000-0000-000000000000}"/>
          </ac:spMkLst>
        </pc:spChg>
      </pc:sldChg>
      <pc:sldChg chg="modSp mod">
        <pc:chgData name="Peck, Michael" userId="41d8500f-ea3a-4039-af98-a5449a1be8b0" providerId="ADAL" clId="{54FAFAE8-6C75-4F7F-9322-735F79DC22E2}" dt="2026-06-21T17:09:05.183" v="4869" actId="20577"/>
        <pc:sldMkLst>
          <pc:docMk/>
          <pc:sldMk cId="0" sldId="267"/>
        </pc:sldMkLst>
        <pc:spChg chg="mod">
          <ac:chgData name="Peck, Michael" userId="41d8500f-ea3a-4039-af98-a5449a1be8b0" providerId="ADAL" clId="{54FAFAE8-6C75-4F7F-9322-735F79DC22E2}" dt="2026-06-21T17:09:05.183" v="4869" actId="20577"/>
          <ac:spMkLst>
            <pc:docMk/>
            <pc:sldMk cId="0" sldId="267"/>
            <ac:spMk id="224" creationId="{00000000-0000-0000-0000-000000000000}"/>
          </ac:spMkLst>
        </pc:spChg>
      </pc:sldChg>
      <pc:sldChg chg="modSp mod">
        <pc:chgData name="Peck, Michael" userId="41d8500f-ea3a-4039-af98-a5449a1be8b0" providerId="ADAL" clId="{54FAFAE8-6C75-4F7F-9322-735F79DC22E2}" dt="2026-06-21T17:24:00.376" v="5466" actId="20578"/>
        <pc:sldMkLst>
          <pc:docMk/>
          <pc:sldMk cId="0" sldId="268"/>
        </pc:sldMkLst>
        <pc:spChg chg="mod">
          <ac:chgData name="Peck, Michael" userId="41d8500f-ea3a-4039-af98-a5449a1be8b0" providerId="ADAL" clId="{54FAFAE8-6C75-4F7F-9322-735F79DC22E2}" dt="2026-06-21T17:24:00.376" v="5466" actId="20578"/>
          <ac:spMkLst>
            <pc:docMk/>
            <pc:sldMk cId="0" sldId="268"/>
            <ac:spMk id="231" creationId="{00000000-0000-0000-0000-000000000000}"/>
          </ac:spMkLst>
        </pc:spChg>
      </pc:sldChg>
      <pc:sldChg chg="modSp mod">
        <pc:chgData name="Peck, Michael" userId="41d8500f-ea3a-4039-af98-a5449a1be8b0" providerId="ADAL" clId="{54FAFAE8-6C75-4F7F-9322-735F79DC22E2}" dt="2026-06-21T17:18:18.957" v="5000" actId="948"/>
        <pc:sldMkLst>
          <pc:docMk/>
          <pc:sldMk cId="0" sldId="269"/>
        </pc:sldMkLst>
        <pc:spChg chg="mod">
          <ac:chgData name="Peck, Michael" userId="41d8500f-ea3a-4039-af98-a5449a1be8b0" providerId="ADAL" clId="{54FAFAE8-6C75-4F7F-9322-735F79DC22E2}" dt="2026-06-21T17:18:18.957" v="5000" actId="948"/>
          <ac:spMkLst>
            <pc:docMk/>
            <pc:sldMk cId="0" sldId="269"/>
            <ac:spMk id="238" creationId="{00000000-0000-0000-0000-000000000000}"/>
          </ac:spMkLst>
        </pc:spChg>
      </pc:sldChg>
      <pc:sldChg chg="addSp modSp add mod modClrScheme chgLayout">
        <pc:chgData name="Peck, Michael" userId="41d8500f-ea3a-4039-af98-a5449a1be8b0" providerId="ADAL" clId="{54FAFAE8-6C75-4F7F-9322-735F79DC22E2}" dt="2026-06-21T18:09:15.293" v="5751" actId="1076"/>
        <pc:sldMkLst>
          <pc:docMk/>
          <pc:sldMk cId="973613844" sldId="270"/>
        </pc:sldMkLst>
        <pc:spChg chg="add mod ord">
          <ac:chgData name="Peck, Michael" userId="41d8500f-ea3a-4039-af98-a5449a1be8b0" providerId="ADAL" clId="{54FAFAE8-6C75-4F7F-9322-735F79DC22E2}" dt="2026-06-21T17:58:27.352" v="5608" actId="20577"/>
          <ac:spMkLst>
            <pc:docMk/>
            <pc:sldMk cId="973613844" sldId="270"/>
            <ac:spMk id="2" creationId="{5A3D6CEC-7BB3-ED86-7D7D-943ABD652DEF}"/>
          </ac:spMkLst>
        </pc:spChg>
        <pc:spChg chg="mod ord">
          <ac:chgData name="Peck, Michael" userId="41d8500f-ea3a-4039-af98-a5449a1be8b0" providerId="ADAL" clId="{54FAFAE8-6C75-4F7F-9322-735F79DC22E2}" dt="2026-06-21T17:58:01.800" v="5576" actId="14100"/>
          <ac:spMkLst>
            <pc:docMk/>
            <pc:sldMk cId="973613844" sldId="270"/>
            <ac:spMk id="195" creationId="{0D5326E3-0D7E-4ABC-3FE1-99C05660AD87}"/>
          </ac:spMkLst>
        </pc:spChg>
        <pc:spChg chg="mod ord">
          <ac:chgData name="Peck, Michael" userId="41d8500f-ea3a-4039-af98-a5449a1be8b0" providerId="ADAL" clId="{54FAFAE8-6C75-4F7F-9322-735F79DC22E2}" dt="2026-06-21T17:58:16.667" v="5592" actId="20577"/>
          <ac:spMkLst>
            <pc:docMk/>
            <pc:sldMk cId="973613844" sldId="270"/>
            <ac:spMk id="196" creationId="{BE609135-02CB-FEBC-0251-0CDFAC3F3B0B}"/>
          </ac:spMkLst>
        </pc:spChg>
        <pc:picChg chg="add mod">
          <ac:chgData name="Peck, Michael" userId="41d8500f-ea3a-4039-af98-a5449a1be8b0" providerId="ADAL" clId="{54FAFAE8-6C75-4F7F-9322-735F79DC22E2}" dt="2026-06-21T17:58:21.296" v="5593" actId="14100"/>
          <ac:picMkLst>
            <pc:docMk/>
            <pc:sldMk cId="973613844" sldId="270"/>
            <ac:picMk id="4" creationId="{243EFA0E-62DC-B833-F573-1C3FBBC150AC}"/>
          </ac:picMkLst>
        </pc:picChg>
        <pc:picChg chg="add mod">
          <ac:chgData name="Peck, Michael" userId="41d8500f-ea3a-4039-af98-a5449a1be8b0" providerId="ADAL" clId="{54FAFAE8-6C75-4F7F-9322-735F79DC22E2}" dt="2026-06-21T17:58:41.186" v="5612" actId="14100"/>
          <ac:picMkLst>
            <pc:docMk/>
            <pc:sldMk cId="973613844" sldId="270"/>
            <ac:picMk id="6" creationId="{2738B042-08BC-609D-16DB-C690512ACAA8}"/>
          </ac:picMkLst>
        </pc:picChg>
        <pc:picChg chg="add mod">
          <ac:chgData name="Peck, Michael" userId="41d8500f-ea3a-4039-af98-a5449a1be8b0" providerId="ADAL" clId="{54FAFAE8-6C75-4F7F-9322-735F79DC22E2}" dt="2026-06-21T18:09:15.293" v="5751" actId="1076"/>
          <ac:picMkLst>
            <pc:docMk/>
            <pc:sldMk cId="973613844" sldId="270"/>
            <ac:picMk id="8" creationId="{F82EC322-1499-9E81-7EA4-A1C3D851B741}"/>
          </ac:picMkLst>
        </pc:picChg>
      </pc:sldChg>
      <pc:sldChg chg="addSp modSp add mod modClrScheme chgLayout">
        <pc:chgData name="Peck, Michael" userId="41d8500f-ea3a-4039-af98-a5449a1be8b0" providerId="ADAL" clId="{54FAFAE8-6C75-4F7F-9322-735F79DC22E2}" dt="2026-06-21T18:11:15.465" v="5760" actId="1076"/>
        <pc:sldMkLst>
          <pc:docMk/>
          <pc:sldMk cId="3133786846" sldId="271"/>
        </pc:sldMkLst>
        <pc:spChg chg="add mod ord">
          <ac:chgData name="Peck, Michael" userId="41d8500f-ea3a-4039-af98-a5449a1be8b0" providerId="ADAL" clId="{54FAFAE8-6C75-4F7F-9322-735F79DC22E2}" dt="2026-06-21T18:11:10.778" v="5759" actId="14100"/>
          <ac:spMkLst>
            <pc:docMk/>
            <pc:sldMk cId="3133786846" sldId="271"/>
            <ac:spMk id="2" creationId="{AACBC649-2E93-B5A0-5F88-95B3742C3AE1}"/>
          </ac:spMkLst>
        </pc:spChg>
        <pc:spChg chg="mod ord">
          <ac:chgData name="Peck, Michael" userId="41d8500f-ea3a-4039-af98-a5449a1be8b0" providerId="ADAL" clId="{54FAFAE8-6C75-4F7F-9322-735F79DC22E2}" dt="2026-06-21T17:59:54.990" v="5629" actId="20577"/>
          <ac:spMkLst>
            <pc:docMk/>
            <pc:sldMk cId="3133786846" sldId="271"/>
            <ac:spMk id="195" creationId="{471F200E-52F8-2D0F-B851-A319835C1BA3}"/>
          </ac:spMkLst>
        </pc:spChg>
        <pc:spChg chg="mod ord">
          <ac:chgData name="Peck, Michael" userId="41d8500f-ea3a-4039-af98-a5449a1be8b0" providerId="ADAL" clId="{54FAFAE8-6C75-4F7F-9322-735F79DC22E2}" dt="2026-06-21T18:11:01.054" v="5756" actId="14100"/>
          <ac:spMkLst>
            <pc:docMk/>
            <pc:sldMk cId="3133786846" sldId="271"/>
            <ac:spMk id="196" creationId="{621017FD-C58F-E7B9-13A5-1982F335770E}"/>
          </ac:spMkLst>
        </pc:spChg>
        <pc:picChg chg="add mod">
          <ac:chgData name="Peck, Michael" userId="41d8500f-ea3a-4039-af98-a5449a1be8b0" providerId="ADAL" clId="{54FAFAE8-6C75-4F7F-9322-735F79DC22E2}" dt="2026-06-21T18:11:02.858" v="5757" actId="1076"/>
          <ac:picMkLst>
            <pc:docMk/>
            <pc:sldMk cId="3133786846" sldId="271"/>
            <ac:picMk id="4" creationId="{1B32D87E-63B7-82E5-1607-01CB42FB4D42}"/>
          </ac:picMkLst>
        </pc:picChg>
        <pc:picChg chg="add mod">
          <ac:chgData name="Peck, Michael" userId="41d8500f-ea3a-4039-af98-a5449a1be8b0" providerId="ADAL" clId="{54FAFAE8-6C75-4F7F-9322-735F79DC22E2}" dt="2026-06-21T18:11:15.465" v="5760" actId="1076"/>
          <ac:picMkLst>
            <pc:docMk/>
            <pc:sldMk cId="3133786846" sldId="271"/>
            <ac:picMk id="6" creationId="{99C28E00-2015-FC9E-7B2C-881E277312F7}"/>
          </ac:picMkLst>
        </pc:picChg>
        <pc:picChg chg="add mod">
          <ac:chgData name="Peck, Michael" userId="41d8500f-ea3a-4039-af98-a5449a1be8b0" providerId="ADAL" clId="{54FAFAE8-6C75-4F7F-9322-735F79DC22E2}" dt="2026-06-21T18:11:04.636" v="5758" actId="1076"/>
          <ac:picMkLst>
            <pc:docMk/>
            <pc:sldMk cId="3133786846" sldId="271"/>
            <ac:picMk id="8" creationId="{8BFFFEBA-1795-2AD6-0028-AE2CA39B8DA0}"/>
          </ac:picMkLst>
        </pc:picChg>
      </pc:sldChg>
      <pc:sldChg chg="addSp modSp add mod modClrScheme chgLayout">
        <pc:chgData name="Peck, Michael" userId="41d8500f-ea3a-4039-af98-a5449a1be8b0" providerId="ADAL" clId="{54FAFAE8-6C75-4F7F-9322-735F79DC22E2}" dt="2026-06-21T18:02:56.284" v="5746" actId="14100"/>
        <pc:sldMkLst>
          <pc:docMk/>
          <pc:sldMk cId="3615408586" sldId="272"/>
        </pc:sldMkLst>
        <pc:spChg chg="add mod ord">
          <ac:chgData name="Peck, Michael" userId="41d8500f-ea3a-4039-af98-a5449a1be8b0" providerId="ADAL" clId="{54FAFAE8-6C75-4F7F-9322-735F79DC22E2}" dt="2026-06-21T18:02:35.996" v="5742" actId="20577"/>
          <ac:spMkLst>
            <pc:docMk/>
            <pc:sldMk cId="3615408586" sldId="272"/>
            <ac:spMk id="2" creationId="{3EE4EE4C-8FB7-7A66-C067-86F8D57A4EA4}"/>
          </ac:spMkLst>
        </pc:spChg>
        <pc:spChg chg="mod ord">
          <ac:chgData name="Peck, Michael" userId="41d8500f-ea3a-4039-af98-a5449a1be8b0" providerId="ADAL" clId="{54FAFAE8-6C75-4F7F-9322-735F79DC22E2}" dt="2026-06-21T18:02:09.790" v="5709" actId="14100"/>
          <ac:spMkLst>
            <pc:docMk/>
            <pc:sldMk cId="3615408586" sldId="272"/>
            <ac:spMk id="195" creationId="{309E1720-5779-9203-FBCC-0E22828CBDDD}"/>
          </ac:spMkLst>
        </pc:spChg>
        <pc:spChg chg="mod ord">
          <ac:chgData name="Peck, Michael" userId="41d8500f-ea3a-4039-af98-a5449a1be8b0" providerId="ADAL" clId="{54FAFAE8-6C75-4F7F-9322-735F79DC22E2}" dt="2026-06-21T18:02:13.846" v="5723" actId="20577"/>
          <ac:spMkLst>
            <pc:docMk/>
            <pc:sldMk cId="3615408586" sldId="272"/>
            <ac:spMk id="196" creationId="{35EA004C-D530-696D-81C1-B694B335C816}"/>
          </ac:spMkLst>
        </pc:spChg>
        <pc:picChg chg="add mod">
          <ac:chgData name="Peck, Michael" userId="41d8500f-ea3a-4039-af98-a5449a1be8b0" providerId="ADAL" clId="{54FAFAE8-6C75-4F7F-9322-735F79DC22E2}" dt="2026-06-21T18:02:30.947" v="5727" actId="14100"/>
          <ac:picMkLst>
            <pc:docMk/>
            <pc:sldMk cId="3615408586" sldId="272"/>
            <ac:picMk id="4" creationId="{DE3C16B6-4E04-F765-31C7-81E2E1DEF7F9}"/>
          </ac:picMkLst>
        </pc:picChg>
        <pc:picChg chg="add mod">
          <ac:chgData name="Peck, Michael" userId="41d8500f-ea3a-4039-af98-a5449a1be8b0" providerId="ADAL" clId="{54FAFAE8-6C75-4F7F-9322-735F79DC22E2}" dt="2026-06-21T18:02:56.284" v="5746" actId="14100"/>
          <ac:picMkLst>
            <pc:docMk/>
            <pc:sldMk cId="3615408586" sldId="272"/>
            <ac:picMk id="6" creationId="{9910E760-73BA-0825-EA14-4C4F3C1E720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59952B12-C561-7426-9E90-2FC2D6FC354D}"/>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69616BB8-62EA-D308-5C56-EF6C7DB07F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5C6C20FE-A268-F752-1B30-A9BFAAF94C8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75524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220AB434-C80F-EC22-42B6-83E90FAC9528}"/>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6F4FE515-A451-BB5A-D670-D2A3316BD7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FC4C4AEE-F135-FAE3-574A-BAFA1E285B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8057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2F55F684-4A4D-3FFA-8609-BBF094A85044}"/>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CBD4314-61E1-6660-E3DE-1489149738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227863E6-C870-4094-452A-DE16BD0665A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52131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7.png"/><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2.png"/><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6.png"/><Relationship Id="rId5" Type="http://schemas.openxmlformats.org/officeDocument/2006/relationships/image" Target="../media/image13.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3.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notesSlide" Target="../notesSlides/notesSlide17.xml"/><Relationship Id="rId7" Type="http://schemas.openxmlformats.org/officeDocument/2006/relationships/hyperlink" Target="https://codific.com/a-comparison-of-nist-csf-and-owasp-samm/" TargetMode="Externa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hyperlink" Target="https://www.nucamp.co/blog/coding-bootcamp-cybersecurity-what-are-the-consequences-of-noncompliance-with-cybersecurity-regulations" TargetMode="External"/><Relationship Id="rId5" Type="http://schemas.openxmlformats.org/officeDocument/2006/relationships/hyperlink" Target="https://clang.llvm.org/docs/UsersManual.html" TargetMode="External"/><Relationship Id="rId4" Type="http://schemas.openxmlformats.org/officeDocument/2006/relationships/hyperlink" Target="https://www.kitware.com/static-checks-with-cmake-cdash-iwyu-clang-tidy-lwyu-cpplint-and-cppche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Michael Peck</a:t>
            </a: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971550" indent="-285750">
              <a:spcBef>
                <a:spcPts val="0"/>
              </a:spcBef>
            </a:pPr>
            <a:r>
              <a:rPr lang="en-US" sz="2000" dirty="0"/>
              <a:t>What is a Security Policy?</a:t>
            </a:r>
          </a:p>
          <a:p>
            <a:pPr marL="971550" indent="-285750">
              <a:spcBef>
                <a:spcPts val="0"/>
              </a:spcBef>
            </a:pPr>
            <a:r>
              <a:rPr lang="en-US" sz="2000" dirty="0"/>
              <a:t>Why do we need one?</a:t>
            </a:r>
          </a:p>
          <a:p>
            <a:pPr marL="0" lvl="0" indent="0" algn="l" rtl="0">
              <a:lnSpc>
                <a:spcPct val="90000"/>
              </a:lnSpc>
              <a:spcBef>
                <a:spcPts val="1000"/>
              </a:spcBef>
              <a:spcAft>
                <a:spcPts val="0"/>
              </a:spcAft>
              <a:buClr>
                <a:schemeClr val="lt1"/>
              </a:buClr>
              <a:buSzPts val="2200"/>
              <a:buNone/>
            </a:pPr>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graphicFrame>
        <p:nvGraphicFramePr>
          <p:cNvPr id="161" name="Google Shape;161;p4" descr="Alt text required"/>
          <p:cNvGraphicFramePr/>
          <p:nvPr>
            <p:extLst>
              <p:ext uri="{D42A27DB-BD31-4B8C-83A1-F6EECF244321}">
                <p14:modId xmlns:p14="http://schemas.microsoft.com/office/powerpoint/2010/main" val="1323043810"/>
              </p:ext>
            </p:extLst>
          </p:nvPr>
        </p:nvGraphicFramePr>
        <p:xfrm>
          <a:off x="433138" y="1876926"/>
          <a:ext cx="10573988" cy="4708994"/>
        </p:xfrm>
        <a:graphic>
          <a:graphicData uri="http://schemas.openxmlformats.org/drawingml/2006/table">
            <a:tbl>
              <a:tblPr firstRow="1" firstCol="1">
                <a:noFill/>
                <a:tableStyleId>{802198C4-3087-4945-87E3-76CBB3509B7E}</a:tableStyleId>
              </a:tblPr>
              <a:tblGrid>
                <a:gridCol w="5439240">
                  <a:extLst>
                    <a:ext uri="{9D8B030D-6E8A-4147-A177-3AD203B41FA5}">
                      <a16:colId xmlns:a16="http://schemas.microsoft.com/office/drawing/2014/main" val="20000"/>
                    </a:ext>
                  </a:extLst>
                </a:gridCol>
                <a:gridCol w="5134748">
                  <a:extLst>
                    <a:ext uri="{9D8B030D-6E8A-4147-A177-3AD203B41FA5}">
                      <a16:colId xmlns:a16="http://schemas.microsoft.com/office/drawing/2014/main" val="20001"/>
                    </a:ext>
                  </a:extLst>
                </a:gridCol>
              </a:tblGrid>
              <a:tr h="2582779">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Likely</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chemeClr val="tx1"/>
                          </a:solidFill>
                        </a:rPr>
                        <a:t>Dedicated/Denial-of-Service (DoS/DDoS)</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chemeClr val="tx1"/>
                          </a:solidFill>
                        </a:rPr>
                        <a:t>SQL </a:t>
                      </a:r>
                      <a:r>
                        <a:rPr lang="en-US" sz="2400" u="none" strike="noStrike" cap="none">
                          <a:solidFill>
                            <a:schemeClr val="tx1"/>
                          </a:solidFill>
                        </a:rPr>
                        <a:t>Injections </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a:solidFill>
                            <a:schemeClr val="tx1"/>
                          </a:solidFill>
                        </a:rPr>
                        <a:t>Service </a:t>
                      </a:r>
                      <a:r>
                        <a:rPr lang="en-US" sz="2400" u="none" strike="noStrike" cap="none" dirty="0">
                          <a:solidFill>
                            <a:schemeClr val="tx1"/>
                          </a:solidFill>
                        </a:rPr>
                        <a:t>Provider Outages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Priority</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chemeClr val="tx1"/>
                          </a:solidFill>
                        </a:rPr>
                        <a:t>Malicious Insider</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chemeClr val="tx1"/>
                          </a:solidFill>
                        </a:rPr>
                        <a:t>Malware Injection</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chemeClr val="tx1"/>
                          </a:solidFill>
                        </a:rPr>
                        <a:t>Phishing / Social Engineering</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12621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Low priority</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chemeClr val="tx1"/>
                          </a:solidFill>
                        </a:rPr>
                        <a:t>Man-in-the-Middle (MitM)</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chemeClr val="tx1"/>
                          </a:solidFill>
                        </a:rPr>
                        <a:t>Human Error</a:t>
                      </a:r>
                    </a:p>
                    <a:p>
                      <a:pPr marL="0" marR="0" lvl="0" indent="0" algn="ctr" rtl="0">
                        <a:lnSpc>
                          <a:spcPct val="100000"/>
                        </a:lnSpc>
                        <a:spcBef>
                          <a:spcPts val="0"/>
                        </a:spcBef>
                        <a:spcAft>
                          <a:spcPts val="0"/>
                        </a:spcAft>
                        <a:buClr>
                          <a:srgbClr val="000000"/>
                        </a:buClr>
                        <a:buSzPts val="3600"/>
                        <a:buFont typeface="Arial"/>
                        <a:buNone/>
                      </a:pPr>
                      <a:endParaRPr lang="en-US" sz="24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chemeClr val="tx1"/>
                          </a:solidFill>
                        </a:rPr>
                        <a:t>Unlikely</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chemeClr val="tx1"/>
                          </a:solidFill>
                        </a:rPr>
                        <a:t>Shadow IT</a:t>
                      </a:r>
                    </a:p>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chemeClr val="tx1"/>
                          </a:solidFill>
                        </a:rPr>
                        <a:t>Dependency Vulnerabilities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057401"/>
            <a:ext cx="10820400" cy="444398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lt1"/>
              </a:buClr>
              <a:buSzPts val="2200"/>
              <a:buChar char="•"/>
            </a:pPr>
            <a:r>
              <a:rPr lang="en-US" dirty="0"/>
              <a:t>Validate Input Data</a:t>
            </a:r>
          </a:p>
          <a:p>
            <a:pPr marL="685800" lvl="1" indent="-228600">
              <a:spcBef>
                <a:spcPts val="0"/>
              </a:spcBef>
              <a:buSzPts val="2200"/>
            </a:pPr>
            <a:r>
              <a:rPr lang="en-US" sz="1600" dirty="0"/>
              <a:t>STD-003-CPP, STD-004-CPP, STD-008-CPP</a:t>
            </a:r>
          </a:p>
          <a:p>
            <a:pPr marL="228600" lvl="0" indent="-228600" algn="l" rtl="0">
              <a:lnSpc>
                <a:spcPct val="90000"/>
              </a:lnSpc>
              <a:spcBef>
                <a:spcPts val="0"/>
              </a:spcBef>
              <a:spcAft>
                <a:spcPts val="0"/>
              </a:spcAft>
              <a:buClr>
                <a:schemeClr val="lt1"/>
              </a:buClr>
              <a:buSzPts val="2200"/>
              <a:buChar char="•"/>
            </a:pPr>
            <a:r>
              <a:rPr lang="en-US" dirty="0"/>
              <a:t>Heed Compiler Warnings</a:t>
            </a:r>
          </a:p>
          <a:p>
            <a:pPr marL="685800" lvl="1" indent="-228600">
              <a:spcBef>
                <a:spcPts val="0"/>
              </a:spcBef>
              <a:buSzPts val="2200"/>
            </a:pPr>
            <a:r>
              <a:rPr lang="en-US" sz="1600" dirty="0"/>
              <a:t>STD-007-CPP</a:t>
            </a:r>
          </a:p>
          <a:p>
            <a:pPr marL="228600" lvl="0" indent="-228600" algn="l" rtl="0">
              <a:lnSpc>
                <a:spcPct val="90000"/>
              </a:lnSpc>
              <a:spcBef>
                <a:spcPts val="0"/>
              </a:spcBef>
              <a:spcAft>
                <a:spcPts val="0"/>
              </a:spcAft>
              <a:buClr>
                <a:schemeClr val="lt1"/>
              </a:buClr>
              <a:buSzPts val="2200"/>
              <a:buChar char="•"/>
            </a:pPr>
            <a:r>
              <a:rPr lang="en-US" dirty="0"/>
              <a:t>Architect and Design for Security Policies</a:t>
            </a:r>
          </a:p>
          <a:p>
            <a:pPr marL="685800" lvl="1" indent="-228600">
              <a:spcBef>
                <a:spcPts val="0"/>
              </a:spcBef>
              <a:buSzPts val="2200"/>
            </a:pPr>
            <a:r>
              <a:rPr lang="en-US" sz="1600" dirty="0"/>
              <a:t>STD-006-CPP, STD-009-CPP, STD-010-CPP</a:t>
            </a:r>
          </a:p>
          <a:p>
            <a:pPr marL="228600" lvl="0" indent="-228600" algn="l" rtl="0">
              <a:lnSpc>
                <a:spcPct val="90000"/>
              </a:lnSpc>
              <a:spcBef>
                <a:spcPts val="0"/>
              </a:spcBef>
              <a:spcAft>
                <a:spcPts val="0"/>
              </a:spcAft>
              <a:buClr>
                <a:schemeClr val="lt1"/>
              </a:buClr>
              <a:buSzPts val="2200"/>
              <a:buChar char="•"/>
            </a:pPr>
            <a:r>
              <a:rPr lang="en-US" dirty="0"/>
              <a:t>Keep it Simple</a:t>
            </a:r>
          </a:p>
          <a:p>
            <a:pPr marL="685800" lvl="1" indent="-228600">
              <a:spcBef>
                <a:spcPts val="0"/>
              </a:spcBef>
              <a:buSzPts val="2200"/>
            </a:pPr>
            <a:r>
              <a:rPr lang="en-US" sz="1600" dirty="0"/>
              <a:t>STD-001-CPP, STD-002-CPP, STD-003-CPP, STD-005-CPP, STD-006-CPP, STD-007-CPP, STD-008-CPP, STD-010-CPP</a:t>
            </a:r>
          </a:p>
          <a:p>
            <a:pPr marL="228600" lvl="0" indent="-228600" algn="l" rtl="0">
              <a:lnSpc>
                <a:spcPct val="90000"/>
              </a:lnSpc>
              <a:spcBef>
                <a:spcPts val="0"/>
              </a:spcBef>
              <a:spcAft>
                <a:spcPts val="0"/>
              </a:spcAft>
              <a:buClr>
                <a:schemeClr val="lt1"/>
              </a:buClr>
              <a:buSzPts val="2200"/>
              <a:buChar char="•"/>
            </a:pPr>
            <a:r>
              <a:rPr lang="en-US" dirty="0"/>
              <a:t>Default Deny</a:t>
            </a:r>
          </a:p>
          <a:p>
            <a:pPr marL="228600" lvl="0" indent="-228600" algn="l" rtl="0">
              <a:lnSpc>
                <a:spcPct val="90000"/>
              </a:lnSpc>
              <a:spcBef>
                <a:spcPts val="0"/>
              </a:spcBef>
              <a:spcAft>
                <a:spcPts val="0"/>
              </a:spcAft>
              <a:buClr>
                <a:schemeClr val="lt1"/>
              </a:buClr>
              <a:buSzPts val="2200"/>
              <a:buChar char="•"/>
            </a:pPr>
            <a:r>
              <a:rPr lang="en-US" dirty="0"/>
              <a:t>Adhere to the Principle of Least Privilege</a:t>
            </a:r>
          </a:p>
          <a:p>
            <a:pPr marL="228600" lvl="0" indent="-228600" algn="l" rtl="0">
              <a:lnSpc>
                <a:spcPct val="90000"/>
              </a:lnSpc>
              <a:spcBef>
                <a:spcPts val="0"/>
              </a:spcBef>
              <a:spcAft>
                <a:spcPts val="0"/>
              </a:spcAft>
              <a:buClr>
                <a:schemeClr val="lt1"/>
              </a:buClr>
              <a:buSzPts val="2200"/>
              <a:buChar char="•"/>
            </a:pPr>
            <a:r>
              <a:rPr lang="en-US" dirty="0"/>
              <a:t>Sanitize Data Sent to Other Systems</a:t>
            </a:r>
          </a:p>
          <a:p>
            <a:pPr marL="685800" lvl="1" indent="-228600">
              <a:spcBef>
                <a:spcPts val="0"/>
              </a:spcBef>
              <a:buSzPts val="2200"/>
            </a:pPr>
            <a:r>
              <a:rPr lang="en-US" sz="1600" dirty="0"/>
              <a:t>STD-004-CPP</a:t>
            </a:r>
          </a:p>
          <a:p>
            <a:pPr marL="228600" lvl="0" indent="-228600" algn="l" rtl="0">
              <a:lnSpc>
                <a:spcPct val="90000"/>
              </a:lnSpc>
              <a:spcBef>
                <a:spcPts val="0"/>
              </a:spcBef>
              <a:spcAft>
                <a:spcPts val="0"/>
              </a:spcAft>
              <a:buClr>
                <a:schemeClr val="lt1"/>
              </a:buClr>
              <a:buSzPts val="2200"/>
              <a:buChar char="•"/>
            </a:pPr>
            <a:r>
              <a:rPr lang="en-US" dirty="0"/>
              <a:t>Practice Defense in Depth</a:t>
            </a:r>
          </a:p>
          <a:p>
            <a:pPr marL="685800" lvl="1" indent="-228600">
              <a:spcBef>
                <a:spcPts val="0"/>
              </a:spcBef>
              <a:buSzPts val="2200"/>
            </a:pPr>
            <a:r>
              <a:rPr lang="en-US" sz="1600" dirty="0"/>
              <a:t>STD-004-CPP, STD-008-CPP, STD-009-STD</a:t>
            </a:r>
          </a:p>
          <a:p>
            <a:pPr marL="228600" lvl="0" indent="-228600" algn="l" rtl="0">
              <a:lnSpc>
                <a:spcPct val="90000"/>
              </a:lnSpc>
              <a:spcBef>
                <a:spcPts val="0"/>
              </a:spcBef>
              <a:spcAft>
                <a:spcPts val="0"/>
              </a:spcAft>
              <a:buClr>
                <a:schemeClr val="lt1"/>
              </a:buClr>
              <a:buSzPts val="2200"/>
              <a:buChar char="•"/>
            </a:pPr>
            <a:r>
              <a:rPr lang="en-US" dirty="0"/>
              <a:t>Use Effective Quality Assurance Techniques</a:t>
            </a:r>
          </a:p>
          <a:p>
            <a:pPr marL="685800" lvl="1" indent="-228600">
              <a:spcBef>
                <a:spcPts val="0"/>
              </a:spcBef>
              <a:buSzPts val="2200"/>
            </a:pPr>
            <a:r>
              <a:rPr lang="en-US" sz="1600" dirty="0"/>
              <a:t>STD-005-CPP, STD-006-CPP, STD-007-CPP</a:t>
            </a:r>
          </a:p>
          <a:p>
            <a:pPr marL="228600" lvl="0" indent="-228600" algn="l" rtl="0">
              <a:lnSpc>
                <a:spcPct val="90000"/>
              </a:lnSpc>
              <a:spcBef>
                <a:spcPts val="0"/>
              </a:spcBef>
              <a:spcAft>
                <a:spcPts val="0"/>
              </a:spcAft>
              <a:buClr>
                <a:schemeClr val="lt1"/>
              </a:buClr>
              <a:buSzPts val="2200"/>
              <a:buChar char="•"/>
            </a:pPr>
            <a:r>
              <a:rPr lang="en-US" dirty="0"/>
              <a:t>Adopt a Secure Coding Standard</a:t>
            </a:r>
          </a:p>
          <a:p>
            <a:pPr marL="685800" lvl="1" indent="-228600">
              <a:spcBef>
                <a:spcPts val="0"/>
              </a:spcBef>
              <a:buSzPts val="2200"/>
            </a:pPr>
            <a:r>
              <a:rPr lang="en-US" sz="1600" dirty="0"/>
              <a:t>STD-001-CPP, STD-002-CPP, STD-003-CPP, STD-005-CPP, STD-009-CPP, STD-010-CPP</a:t>
            </a:r>
            <a:endParaRPr sz="1600"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2" name="Text Placeholder 1">
            <a:extLst>
              <a:ext uri="{FF2B5EF4-FFF2-40B4-BE49-F238E27FC236}">
                <a16:creationId xmlns:a16="http://schemas.microsoft.com/office/drawing/2014/main" id="{09363A95-0474-B088-BB75-C2998304E2DE}"/>
              </a:ext>
            </a:extLst>
          </p:cNvPr>
          <p:cNvSpPr>
            <a:spLocks noGrp="1"/>
          </p:cNvSpPr>
          <p:nvPr>
            <p:ph type="body" idx="1"/>
          </p:nvPr>
        </p:nvSpPr>
        <p:spPr/>
        <p:txBody>
          <a:bodyPr>
            <a:normAutofit fontScale="77500" lnSpcReduction="20000"/>
          </a:bodyPr>
          <a:lstStyle/>
          <a:p>
            <a:pPr marL="114300" indent="0">
              <a:buNone/>
            </a:pPr>
            <a:r>
              <a:rPr lang="en-US" dirty="0"/>
              <a:t>High Priority</a:t>
            </a:r>
          </a:p>
          <a:p>
            <a:r>
              <a:rPr lang="en-US" dirty="0"/>
              <a:t>STD-002-CPP - Limitations on Expected Object Lifetime</a:t>
            </a:r>
          </a:p>
          <a:p>
            <a:r>
              <a:rPr lang="en-US" dirty="0"/>
              <a:t>STD-004-CPP – Mitigation of SQL Command Injection Flaws via I/O Parameterization</a:t>
            </a:r>
          </a:p>
          <a:p>
            <a:r>
              <a:rPr lang="en-US" dirty="0"/>
              <a:t>STD-005-CPP – Properly Manage Memory Allocation for Object Lifetime</a:t>
            </a:r>
          </a:p>
          <a:p>
            <a:pPr marL="114300" indent="0">
              <a:buNone/>
            </a:pPr>
            <a:r>
              <a:rPr lang="en-US" dirty="0"/>
              <a:t>Likely</a:t>
            </a:r>
          </a:p>
          <a:p>
            <a:r>
              <a:rPr lang="en-US" dirty="0"/>
              <a:t>STD-003-CPP – Mandate of Standard String Objects over Raw Char Arrays</a:t>
            </a:r>
          </a:p>
          <a:p>
            <a:r>
              <a:rPr lang="en-US" dirty="0"/>
              <a:t>STD-008-CPP – Verification of Container Reference Boundaries and Pointer Validity</a:t>
            </a:r>
          </a:p>
          <a:p>
            <a:r>
              <a:rPr lang="en-US" dirty="0"/>
              <a:t>STD-010-CPP – Mandate the use of Locks on Shared Objects to Maintain Consistency</a:t>
            </a:r>
          </a:p>
          <a:p>
            <a:pPr lvl="1"/>
            <a:endParaRPr lang="en-US" dirty="0"/>
          </a:p>
        </p:txBody>
      </p:sp>
      <p:sp>
        <p:nvSpPr>
          <p:cNvPr id="3" name="Text Placeholder 2">
            <a:extLst>
              <a:ext uri="{FF2B5EF4-FFF2-40B4-BE49-F238E27FC236}">
                <a16:creationId xmlns:a16="http://schemas.microsoft.com/office/drawing/2014/main" id="{D9F57700-B888-6E7C-6098-266F0960889E}"/>
              </a:ext>
            </a:extLst>
          </p:cNvPr>
          <p:cNvSpPr>
            <a:spLocks noGrp="1"/>
          </p:cNvSpPr>
          <p:nvPr>
            <p:ph type="body" idx="2"/>
          </p:nvPr>
        </p:nvSpPr>
        <p:spPr/>
        <p:txBody>
          <a:bodyPr>
            <a:normAutofit fontScale="92500" lnSpcReduction="10000"/>
          </a:bodyPr>
          <a:lstStyle/>
          <a:p>
            <a:pPr marL="114300" indent="0">
              <a:buNone/>
            </a:pPr>
            <a:r>
              <a:rPr lang="en-US" dirty="0"/>
              <a:t>Low Priority</a:t>
            </a:r>
          </a:p>
          <a:p>
            <a:r>
              <a:rPr lang="en-US" dirty="0"/>
              <a:t>STD-006-CPP – Isolation of Runtime Assertions to Non-Prod Releases</a:t>
            </a:r>
          </a:p>
          <a:p>
            <a:r>
              <a:rPr lang="en-US" dirty="0"/>
              <a:t>STD-009-CPP – Prohibition of Static or Predictable Seeds in Pseudo-Random Engines</a:t>
            </a:r>
          </a:p>
          <a:p>
            <a:pPr marL="114300" indent="0">
              <a:buNone/>
            </a:pPr>
            <a:r>
              <a:rPr lang="en-US" dirty="0"/>
              <a:t>Unlikely</a:t>
            </a:r>
          </a:p>
          <a:p>
            <a:r>
              <a:rPr lang="en-US" dirty="0"/>
              <a:t>STD-001-CPP – Prohibition of Reserved Global Identifiers and Macros</a:t>
            </a:r>
          </a:p>
          <a:p>
            <a:r>
              <a:rPr lang="en-US" dirty="0"/>
              <a:t>STD-007-CPP – Ordered Exception Handling from Most Specific to Generic</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3200" dirty="0"/>
              <a:t>Encryption at Rest</a:t>
            </a:r>
          </a:p>
          <a:p>
            <a:pPr marL="685800" lvl="1" indent="-228600">
              <a:spcBef>
                <a:spcPts val="0"/>
              </a:spcBef>
              <a:buSzPts val="2000"/>
            </a:pPr>
            <a:r>
              <a:rPr lang="en-US" sz="2800" dirty="0"/>
              <a:t>Not actively processed</a:t>
            </a:r>
          </a:p>
          <a:p>
            <a:pPr marL="685800" lvl="1" indent="-228600">
              <a:spcBef>
                <a:spcPts val="0"/>
              </a:spcBef>
              <a:buSzPts val="2000"/>
            </a:pPr>
            <a:r>
              <a:rPr lang="en-US" sz="2800" dirty="0"/>
              <a:t>Encrypted in a physical storage medium</a:t>
            </a:r>
          </a:p>
          <a:p>
            <a:pPr marL="228600" lvl="0" indent="-228600" algn="l" rtl="0">
              <a:lnSpc>
                <a:spcPct val="90000"/>
              </a:lnSpc>
              <a:spcBef>
                <a:spcPts val="0"/>
              </a:spcBef>
              <a:spcAft>
                <a:spcPts val="0"/>
              </a:spcAft>
              <a:buClr>
                <a:schemeClr val="lt1"/>
              </a:buClr>
              <a:buSzPts val="2000"/>
              <a:buChar char="•"/>
            </a:pPr>
            <a:r>
              <a:rPr lang="en-US" sz="3200" dirty="0"/>
              <a:t>Encryption at Flight</a:t>
            </a:r>
          </a:p>
          <a:p>
            <a:pPr marL="685800" lvl="1" indent="-228600">
              <a:spcBef>
                <a:spcPts val="0"/>
              </a:spcBef>
              <a:buSzPts val="2000"/>
            </a:pPr>
            <a:r>
              <a:rPr lang="en-US" sz="2800" dirty="0"/>
              <a:t>Data currently in transit over public/private network</a:t>
            </a:r>
          </a:p>
          <a:p>
            <a:pPr marL="685800" lvl="1" indent="-228600">
              <a:spcBef>
                <a:spcPts val="0"/>
              </a:spcBef>
              <a:buSzPts val="2000"/>
            </a:pPr>
            <a:r>
              <a:rPr lang="en-US" sz="2800" dirty="0"/>
              <a:t>Data and decrypt key never travel together</a:t>
            </a:r>
          </a:p>
          <a:p>
            <a:pPr marL="228600" lvl="0" indent="-228600" algn="l" rtl="0">
              <a:lnSpc>
                <a:spcPct val="90000"/>
              </a:lnSpc>
              <a:spcBef>
                <a:spcPts val="0"/>
              </a:spcBef>
              <a:spcAft>
                <a:spcPts val="0"/>
              </a:spcAft>
              <a:buClr>
                <a:schemeClr val="lt1"/>
              </a:buClr>
              <a:buSzPts val="2000"/>
              <a:buChar char="•"/>
            </a:pPr>
            <a:r>
              <a:rPr lang="en-US" sz="3200" dirty="0"/>
              <a:t>Encryption in Use</a:t>
            </a:r>
          </a:p>
          <a:p>
            <a:pPr marL="685800" lvl="1" indent="-228600">
              <a:spcBef>
                <a:spcPts val="0"/>
              </a:spcBef>
              <a:buSzPts val="2000"/>
            </a:pPr>
            <a:r>
              <a:rPr lang="en-US" sz="2800" dirty="0"/>
              <a:t>Data currently being processed</a:t>
            </a:r>
          </a:p>
          <a:p>
            <a:pPr marL="685800" lvl="1" indent="-228600">
              <a:spcBef>
                <a:spcPts val="0"/>
              </a:spcBef>
              <a:buSzPts val="2000"/>
            </a:pPr>
            <a:r>
              <a:rPr lang="en-US" sz="2800" dirty="0"/>
              <a:t>Data is very vulnerable in this state</a:t>
            </a:r>
            <a:endParaRPr sz="28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400"/>
              <a:buChar char="•"/>
            </a:pPr>
            <a:r>
              <a:rPr lang="en-US" sz="3200" dirty="0"/>
              <a:t>Authentication</a:t>
            </a:r>
          </a:p>
          <a:p>
            <a:pPr marL="685800" lvl="1" indent="-228600">
              <a:spcBef>
                <a:spcPts val="0"/>
              </a:spcBef>
              <a:buSzPts val="2400"/>
            </a:pPr>
            <a:r>
              <a:rPr lang="en-US" sz="2800" dirty="0"/>
              <a:t>Verification of user, device or system is why they say they are.</a:t>
            </a:r>
          </a:p>
          <a:p>
            <a:pPr marL="685800" lvl="1" indent="-228600">
              <a:spcBef>
                <a:spcPts val="0"/>
              </a:spcBef>
              <a:buSzPts val="2400"/>
            </a:pPr>
            <a:r>
              <a:rPr lang="en-US" sz="2800" dirty="0"/>
              <a:t>Multi-Factor Authentication</a:t>
            </a:r>
          </a:p>
          <a:p>
            <a:pPr marL="685800" lvl="1" indent="-228600">
              <a:spcBef>
                <a:spcPts val="0"/>
              </a:spcBef>
              <a:buSzPts val="2400"/>
            </a:pPr>
            <a:r>
              <a:rPr lang="en-US" sz="2800" dirty="0"/>
              <a:t>Digital Certificates</a:t>
            </a:r>
          </a:p>
          <a:p>
            <a:pPr marL="228600" lvl="0" indent="-228600" algn="l" rtl="0">
              <a:lnSpc>
                <a:spcPct val="90000"/>
              </a:lnSpc>
              <a:spcBef>
                <a:spcPts val="0"/>
              </a:spcBef>
              <a:spcAft>
                <a:spcPts val="0"/>
              </a:spcAft>
              <a:buClr>
                <a:schemeClr val="lt1"/>
              </a:buClr>
              <a:buSzPts val="2400"/>
              <a:buChar char="•"/>
            </a:pPr>
            <a:r>
              <a:rPr lang="en-US" sz="3200" dirty="0"/>
              <a:t>Authorization</a:t>
            </a:r>
          </a:p>
          <a:p>
            <a:pPr marL="685800" lvl="1" indent="-228600">
              <a:spcBef>
                <a:spcPts val="0"/>
              </a:spcBef>
              <a:buSzPts val="2400"/>
            </a:pPr>
            <a:r>
              <a:rPr lang="en-US" sz="2800" dirty="0"/>
              <a:t>Granting users and services rights based on their requirements</a:t>
            </a:r>
          </a:p>
          <a:p>
            <a:pPr marL="685800" lvl="1" indent="-228600">
              <a:spcBef>
                <a:spcPts val="0"/>
              </a:spcBef>
              <a:buSzPts val="2400"/>
            </a:pPr>
            <a:r>
              <a:rPr lang="en-US" sz="2800" dirty="0"/>
              <a:t>Principle of Least Privilege </a:t>
            </a:r>
          </a:p>
          <a:p>
            <a:pPr marL="228600" lvl="0" indent="-228600" algn="l" rtl="0">
              <a:lnSpc>
                <a:spcPct val="90000"/>
              </a:lnSpc>
              <a:spcBef>
                <a:spcPts val="0"/>
              </a:spcBef>
              <a:spcAft>
                <a:spcPts val="0"/>
              </a:spcAft>
              <a:buClr>
                <a:schemeClr val="lt1"/>
              </a:buClr>
              <a:buSzPts val="2400"/>
              <a:buChar char="•"/>
            </a:pPr>
            <a:r>
              <a:rPr lang="en-US" sz="3200" dirty="0"/>
              <a:t>Accounting</a:t>
            </a:r>
          </a:p>
          <a:p>
            <a:pPr marL="685800" lvl="1" indent="-228600">
              <a:spcBef>
                <a:spcPts val="0"/>
              </a:spcBef>
              <a:buSzPts val="2400"/>
            </a:pPr>
            <a:r>
              <a:rPr lang="en-US" sz="2800" dirty="0"/>
              <a:t>Every action is logged and stored for review</a:t>
            </a:r>
            <a:endParaRPr sz="2800"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 Buffer Overflow</a:t>
            </a:r>
            <a:endParaRPr dirty="0"/>
          </a:p>
        </p:txBody>
      </p:sp>
      <p:sp>
        <p:nvSpPr>
          <p:cNvPr id="196" name="Google Shape;196;g9504e29505_0_0"/>
          <p:cNvSpPr txBox="1">
            <a:spLocks noGrp="1"/>
          </p:cNvSpPr>
          <p:nvPr>
            <p:ph type="body" idx="1"/>
          </p:nvPr>
        </p:nvSpPr>
        <p:spPr>
          <a:xfrm>
            <a:off x="320040" y="2194559"/>
            <a:ext cx="5699760" cy="402412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Test Function</a:t>
            </a:r>
            <a:endParaRPr dirty="0"/>
          </a:p>
        </p:txBody>
      </p:sp>
      <p:sp>
        <p:nvSpPr>
          <p:cNvPr id="2" name="Text Placeholder 1">
            <a:extLst>
              <a:ext uri="{FF2B5EF4-FFF2-40B4-BE49-F238E27FC236}">
                <a16:creationId xmlns:a16="http://schemas.microsoft.com/office/drawing/2014/main" id="{F3760165-8735-C5F1-4F2A-E1BF9FC6F3F8}"/>
              </a:ext>
            </a:extLst>
          </p:cNvPr>
          <p:cNvSpPr>
            <a:spLocks noGrp="1"/>
          </p:cNvSpPr>
          <p:nvPr>
            <p:ph type="body" idx="2"/>
          </p:nvPr>
        </p:nvSpPr>
        <p:spPr/>
        <p:txBody>
          <a:bodyPr/>
          <a:lstStyle/>
          <a:p>
            <a:pPr marL="114300" indent="0">
              <a:buNone/>
            </a:pPr>
            <a:r>
              <a:rPr lang="en-US" dirty="0"/>
              <a:t>Test Results</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6" name="Picture 5">
            <a:extLst>
              <a:ext uri="{FF2B5EF4-FFF2-40B4-BE49-F238E27FC236}">
                <a16:creationId xmlns:a16="http://schemas.microsoft.com/office/drawing/2014/main" id="{5A461D82-62B8-3A24-7159-2C85BC2DF2CE}"/>
              </a:ext>
            </a:extLst>
          </p:cNvPr>
          <p:cNvPicPr>
            <a:picLocks noChangeAspect="1"/>
          </p:cNvPicPr>
          <p:nvPr/>
        </p:nvPicPr>
        <p:blipFill>
          <a:blip r:embed="rId5"/>
          <a:srcRect/>
          <a:stretch/>
        </p:blipFill>
        <p:spPr>
          <a:xfrm>
            <a:off x="320040" y="2955331"/>
            <a:ext cx="5699760" cy="2031775"/>
          </a:xfrm>
          <a:prstGeom prst="rect">
            <a:avLst/>
          </a:prstGeom>
        </p:spPr>
      </p:pic>
      <p:pic>
        <p:nvPicPr>
          <p:cNvPr id="8" name="Picture 7">
            <a:extLst>
              <a:ext uri="{FF2B5EF4-FFF2-40B4-BE49-F238E27FC236}">
                <a16:creationId xmlns:a16="http://schemas.microsoft.com/office/drawing/2014/main" id="{C50DF6A5-2636-484F-D6DF-FEEFDA57ABE7}"/>
              </a:ext>
            </a:extLst>
          </p:cNvPr>
          <p:cNvPicPr>
            <a:picLocks noChangeAspect="1"/>
          </p:cNvPicPr>
          <p:nvPr/>
        </p:nvPicPr>
        <p:blipFill>
          <a:blip r:embed="rId6"/>
          <a:stretch>
            <a:fillRect/>
          </a:stretch>
        </p:blipFill>
        <p:spPr>
          <a:xfrm>
            <a:off x="6193374" y="2818533"/>
            <a:ext cx="5334000" cy="3400151"/>
          </a:xfrm>
          <a:prstGeom prst="rect">
            <a:avLst/>
          </a:prstGeom>
        </p:spPr>
      </p:pic>
      <p:pic>
        <p:nvPicPr>
          <p:cNvPr id="10" name="Picture 9">
            <a:extLst>
              <a:ext uri="{FF2B5EF4-FFF2-40B4-BE49-F238E27FC236}">
                <a16:creationId xmlns:a16="http://schemas.microsoft.com/office/drawing/2014/main" id="{12C708E5-C24D-2D38-C2A5-56F7968DC0F1}"/>
              </a:ext>
            </a:extLst>
          </p:cNvPr>
          <p:cNvPicPr>
            <a:picLocks noChangeAspect="1"/>
          </p:cNvPicPr>
          <p:nvPr/>
        </p:nvPicPr>
        <p:blipFill>
          <a:blip r:embed="rId7"/>
          <a:stretch>
            <a:fillRect/>
          </a:stretch>
        </p:blipFill>
        <p:spPr>
          <a:xfrm>
            <a:off x="320040" y="5113630"/>
            <a:ext cx="3553321" cy="1105054"/>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B0CADE9E-C564-EB37-83ED-68EADD4BA0BF}"/>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0D5326E3-0D7E-4ABC-3FE1-99C05660AD87}"/>
              </a:ext>
            </a:extLst>
          </p:cNvPr>
          <p:cNvSpPr txBox="1">
            <a:spLocks noGrp="1"/>
          </p:cNvSpPr>
          <p:nvPr>
            <p:ph type="title"/>
          </p:nvPr>
        </p:nvSpPr>
        <p:spPr>
          <a:xfrm>
            <a:off x="1188720" y="764373"/>
            <a:ext cx="10317480" cy="1293028"/>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 Null Pointer References</a:t>
            </a:r>
            <a:endParaRPr dirty="0"/>
          </a:p>
        </p:txBody>
      </p:sp>
      <p:sp>
        <p:nvSpPr>
          <p:cNvPr id="196" name="Google Shape;196;g9504e29505_0_0">
            <a:extLst>
              <a:ext uri="{FF2B5EF4-FFF2-40B4-BE49-F238E27FC236}">
                <a16:creationId xmlns:a16="http://schemas.microsoft.com/office/drawing/2014/main" id="{BE609135-02CB-FEBC-0251-0CDFAC3F3B0B}"/>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Test Function</a:t>
            </a:r>
            <a:endParaRPr dirty="0"/>
          </a:p>
        </p:txBody>
      </p:sp>
      <p:sp>
        <p:nvSpPr>
          <p:cNvPr id="2" name="Text Placeholder 1">
            <a:extLst>
              <a:ext uri="{FF2B5EF4-FFF2-40B4-BE49-F238E27FC236}">
                <a16:creationId xmlns:a16="http://schemas.microsoft.com/office/drawing/2014/main" id="{5A3D6CEC-7BB3-ED86-7D7D-943ABD652DEF}"/>
              </a:ext>
            </a:extLst>
          </p:cNvPr>
          <p:cNvSpPr>
            <a:spLocks noGrp="1"/>
          </p:cNvSpPr>
          <p:nvPr>
            <p:ph type="body" idx="2"/>
          </p:nvPr>
        </p:nvSpPr>
        <p:spPr/>
        <p:txBody>
          <a:bodyPr/>
          <a:lstStyle/>
          <a:p>
            <a:pPr marL="114300" indent="0">
              <a:buNone/>
            </a:pPr>
            <a:r>
              <a:rPr lang="en-US" dirty="0"/>
              <a:t>Test Result</a:t>
            </a:r>
          </a:p>
          <a:p>
            <a:pPr marL="114300" indent="0">
              <a:buNone/>
            </a:pPr>
            <a:endParaRPr lang="en-US" dirty="0"/>
          </a:p>
        </p:txBody>
      </p:sp>
      <p:pic>
        <p:nvPicPr>
          <p:cNvPr id="197" name="Google Shape;197;g9504e29505_0_0" descr="Green Pace logo">
            <a:extLst>
              <a:ext uri="{FF2B5EF4-FFF2-40B4-BE49-F238E27FC236}">
                <a16:creationId xmlns:a16="http://schemas.microsoft.com/office/drawing/2014/main" id="{C7759090-EAB5-A692-08B3-A0A065DF7A43}"/>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243EFA0E-62DC-B833-F573-1C3FBBC150AC}"/>
              </a:ext>
            </a:extLst>
          </p:cNvPr>
          <p:cNvPicPr>
            <a:picLocks noChangeAspect="1"/>
          </p:cNvPicPr>
          <p:nvPr/>
        </p:nvPicPr>
        <p:blipFill>
          <a:blip r:embed="rId5"/>
          <a:stretch>
            <a:fillRect/>
          </a:stretch>
        </p:blipFill>
        <p:spPr>
          <a:xfrm>
            <a:off x="685800" y="2816606"/>
            <a:ext cx="5021925" cy="1810003"/>
          </a:xfrm>
          <a:prstGeom prst="rect">
            <a:avLst/>
          </a:prstGeom>
        </p:spPr>
      </p:pic>
      <p:pic>
        <p:nvPicPr>
          <p:cNvPr id="6" name="Picture 5">
            <a:extLst>
              <a:ext uri="{FF2B5EF4-FFF2-40B4-BE49-F238E27FC236}">
                <a16:creationId xmlns:a16="http://schemas.microsoft.com/office/drawing/2014/main" id="{2738B042-08BC-609D-16DB-C690512ACAA8}"/>
              </a:ext>
            </a:extLst>
          </p:cNvPr>
          <p:cNvPicPr>
            <a:picLocks noChangeAspect="1"/>
          </p:cNvPicPr>
          <p:nvPr/>
        </p:nvPicPr>
        <p:blipFill>
          <a:blip r:embed="rId6"/>
          <a:stretch>
            <a:fillRect/>
          </a:stretch>
        </p:blipFill>
        <p:spPr>
          <a:xfrm>
            <a:off x="6404193" y="2816607"/>
            <a:ext cx="4527481" cy="3272606"/>
          </a:xfrm>
          <a:prstGeom prst="rect">
            <a:avLst/>
          </a:prstGeom>
        </p:spPr>
      </p:pic>
      <p:pic>
        <p:nvPicPr>
          <p:cNvPr id="8" name="Picture 7">
            <a:extLst>
              <a:ext uri="{FF2B5EF4-FFF2-40B4-BE49-F238E27FC236}">
                <a16:creationId xmlns:a16="http://schemas.microsoft.com/office/drawing/2014/main" id="{F82EC322-1499-9E81-7EA4-A1C3D851B741}"/>
              </a:ext>
            </a:extLst>
          </p:cNvPr>
          <p:cNvPicPr>
            <a:picLocks noChangeAspect="1"/>
          </p:cNvPicPr>
          <p:nvPr/>
        </p:nvPicPr>
        <p:blipFill>
          <a:blip r:embed="rId7"/>
          <a:stretch>
            <a:fillRect/>
          </a:stretch>
        </p:blipFill>
        <p:spPr>
          <a:xfrm>
            <a:off x="685800" y="5248656"/>
            <a:ext cx="4572638" cy="838317"/>
          </a:xfrm>
          <a:prstGeom prst="rect">
            <a:avLst/>
          </a:prstGeom>
        </p:spPr>
      </p:pic>
    </p:spTree>
    <p:custDataLst>
      <p:tags r:id="rId1"/>
    </p:custDataLst>
    <p:extLst>
      <p:ext uri="{BB962C8B-B14F-4D97-AF65-F5344CB8AC3E}">
        <p14:creationId xmlns:p14="http://schemas.microsoft.com/office/powerpoint/2010/main" val="973613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D1665C32-406B-6A5A-5249-C213D09575B1}"/>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471F200E-52F8-2D0F-B851-A319835C1BA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 Memory Leaks</a:t>
            </a:r>
            <a:endParaRPr dirty="0"/>
          </a:p>
        </p:txBody>
      </p:sp>
      <p:sp>
        <p:nvSpPr>
          <p:cNvPr id="196" name="Google Shape;196;g9504e29505_0_0">
            <a:extLst>
              <a:ext uri="{FF2B5EF4-FFF2-40B4-BE49-F238E27FC236}">
                <a16:creationId xmlns:a16="http://schemas.microsoft.com/office/drawing/2014/main" id="{621017FD-C58F-E7B9-13A5-1982F335770E}"/>
              </a:ext>
            </a:extLst>
          </p:cNvPr>
          <p:cNvSpPr txBox="1">
            <a:spLocks noGrp="1"/>
          </p:cNvSpPr>
          <p:nvPr>
            <p:ph type="body" idx="1"/>
          </p:nvPr>
        </p:nvSpPr>
        <p:spPr>
          <a:xfrm>
            <a:off x="685800" y="1773937"/>
            <a:ext cx="5334000" cy="444474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Test Function</a:t>
            </a:r>
          </a:p>
          <a:p>
            <a:pPr marL="0" lvl="0" indent="0" algn="l" rtl="0">
              <a:lnSpc>
                <a:spcPct val="90000"/>
              </a:lnSpc>
              <a:spcBef>
                <a:spcPts val="1000"/>
              </a:spcBef>
              <a:spcAft>
                <a:spcPts val="0"/>
              </a:spcAft>
              <a:buSzPts val="1800"/>
              <a:buNone/>
            </a:pPr>
            <a:endParaRPr dirty="0"/>
          </a:p>
        </p:txBody>
      </p:sp>
      <p:sp>
        <p:nvSpPr>
          <p:cNvPr id="2" name="Text Placeholder 1">
            <a:extLst>
              <a:ext uri="{FF2B5EF4-FFF2-40B4-BE49-F238E27FC236}">
                <a16:creationId xmlns:a16="http://schemas.microsoft.com/office/drawing/2014/main" id="{AACBC649-2E93-B5A0-5F88-95B3742C3AE1}"/>
              </a:ext>
            </a:extLst>
          </p:cNvPr>
          <p:cNvSpPr>
            <a:spLocks noGrp="1"/>
          </p:cNvSpPr>
          <p:nvPr>
            <p:ph type="body" idx="2"/>
          </p:nvPr>
        </p:nvSpPr>
        <p:spPr>
          <a:xfrm>
            <a:off x="6172200" y="2057401"/>
            <a:ext cx="5334000" cy="4161283"/>
          </a:xfrm>
        </p:spPr>
        <p:txBody>
          <a:bodyPr/>
          <a:lstStyle/>
          <a:p>
            <a:pPr marL="114300" indent="0">
              <a:buNone/>
            </a:pPr>
            <a:r>
              <a:rPr lang="en-US" dirty="0"/>
              <a:t>Test Result</a:t>
            </a:r>
          </a:p>
          <a:p>
            <a:pPr marL="114300" indent="0">
              <a:buNone/>
            </a:pPr>
            <a:endParaRPr lang="en-US" dirty="0"/>
          </a:p>
        </p:txBody>
      </p:sp>
      <p:pic>
        <p:nvPicPr>
          <p:cNvPr id="197" name="Google Shape;197;g9504e29505_0_0" descr="Green Pace logo">
            <a:extLst>
              <a:ext uri="{FF2B5EF4-FFF2-40B4-BE49-F238E27FC236}">
                <a16:creationId xmlns:a16="http://schemas.microsoft.com/office/drawing/2014/main" id="{76E40BC4-CE6B-CE2F-F1FA-2A9CF036BE8A}"/>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1B32D87E-63B7-82E5-1607-01CB42FB4D42}"/>
              </a:ext>
            </a:extLst>
          </p:cNvPr>
          <p:cNvPicPr>
            <a:picLocks noChangeAspect="1"/>
          </p:cNvPicPr>
          <p:nvPr/>
        </p:nvPicPr>
        <p:blipFill>
          <a:blip r:embed="rId5"/>
          <a:stretch>
            <a:fillRect/>
          </a:stretch>
        </p:blipFill>
        <p:spPr>
          <a:xfrm>
            <a:off x="685800" y="2369730"/>
            <a:ext cx="5021925" cy="2044587"/>
          </a:xfrm>
          <a:prstGeom prst="rect">
            <a:avLst/>
          </a:prstGeom>
        </p:spPr>
      </p:pic>
      <p:pic>
        <p:nvPicPr>
          <p:cNvPr id="6" name="Picture 5">
            <a:extLst>
              <a:ext uri="{FF2B5EF4-FFF2-40B4-BE49-F238E27FC236}">
                <a16:creationId xmlns:a16="http://schemas.microsoft.com/office/drawing/2014/main" id="{99C28E00-2015-FC9E-7B2C-881E277312F7}"/>
              </a:ext>
            </a:extLst>
          </p:cNvPr>
          <p:cNvPicPr>
            <a:picLocks noChangeAspect="1"/>
          </p:cNvPicPr>
          <p:nvPr/>
        </p:nvPicPr>
        <p:blipFill>
          <a:blip r:embed="rId6"/>
          <a:stretch>
            <a:fillRect/>
          </a:stretch>
        </p:blipFill>
        <p:spPr>
          <a:xfrm>
            <a:off x="6349890" y="2573134"/>
            <a:ext cx="4556495" cy="3273982"/>
          </a:xfrm>
          <a:prstGeom prst="rect">
            <a:avLst/>
          </a:prstGeom>
        </p:spPr>
      </p:pic>
      <p:pic>
        <p:nvPicPr>
          <p:cNvPr id="8" name="Picture 7">
            <a:extLst>
              <a:ext uri="{FF2B5EF4-FFF2-40B4-BE49-F238E27FC236}">
                <a16:creationId xmlns:a16="http://schemas.microsoft.com/office/drawing/2014/main" id="{8BFFFEBA-1795-2AD6-0028-AE2CA39B8DA0}"/>
              </a:ext>
            </a:extLst>
          </p:cNvPr>
          <p:cNvPicPr>
            <a:picLocks noChangeAspect="1"/>
          </p:cNvPicPr>
          <p:nvPr/>
        </p:nvPicPr>
        <p:blipFill>
          <a:blip r:embed="rId7"/>
          <a:stretch>
            <a:fillRect/>
          </a:stretch>
        </p:blipFill>
        <p:spPr>
          <a:xfrm>
            <a:off x="685799" y="4590994"/>
            <a:ext cx="5021925" cy="1627690"/>
          </a:xfrm>
          <a:prstGeom prst="rect">
            <a:avLst/>
          </a:prstGeom>
        </p:spPr>
      </p:pic>
    </p:spTree>
    <p:custDataLst>
      <p:tags r:id="rId1"/>
    </p:custDataLst>
    <p:extLst>
      <p:ext uri="{BB962C8B-B14F-4D97-AF65-F5344CB8AC3E}">
        <p14:creationId xmlns:p14="http://schemas.microsoft.com/office/powerpoint/2010/main" val="3133786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F45862F5-33A3-8BC4-C35E-D3EB1B25A701}"/>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309E1720-5779-9203-FBCC-0E22828CBDDD}"/>
              </a:ext>
            </a:extLst>
          </p:cNvPr>
          <p:cNvSpPr txBox="1">
            <a:spLocks noGrp="1"/>
          </p:cNvSpPr>
          <p:nvPr>
            <p:ph type="title"/>
          </p:nvPr>
        </p:nvSpPr>
        <p:spPr>
          <a:xfrm>
            <a:off x="868680" y="764373"/>
            <a:ext cx="10637520" cy="1293028"/>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 – Integer Overflow Protection</a:t>
            </a:r>
            <a:endParaRPr dirty="0"/>
          </a:p>
        </p:txBody>
      </p:sp>
      <p:sp>
        <p:nvSpPr>
          <p:cNvPr id="196" name="Google Shape;196;g9504e29505_0_0">
            <a:extLst>
              <a:ext uri="{FF2B5EF4-FFF2-40B4-BE49-F238E27FC236}">
                <a16:creationId xmlns:a16="http://schemas.microsoft.com/office/drawing/2014/main" id="{35EA004C-D530-696D-81C1-B694B335C816}"/>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Test Function</a:t>
            </a:r>
          </a:p>
          <a:p>
            <a:pPr marL="0" lvl="0" indent="0" algn="l" rtl="0">
              <a:lnSpc>
                <a:spcPct val="90000"/>
              </a:lnSpc>
              <a:spcBef>
                <a:spcPts val="1000"/>
              </a:spcBef>
              <a:spcAft>
                <a:spcPts val="0"/>
              </a:spcAft>
              <a:buSzPts val="1800"/>
              <a:buNone/>
            </a:pPr>
            <a:endParaRPr dirty="0"/>
          </a:p>
        </p:txBody>
      </p:sp>
      <p:sp>
        <p:nvSpPr>
          <p:cNvPr id="2" name="Text Placeholder 1">
            <a:extLst>
              <a:ext uri="{FF2B5EF4-FFF2-40B4-BE49-F238E27FC236}">
                <a16:creationId xmlns:a16="http://schemas.microsoft.com/office/drawing/2014/main" id="{3EE4EE4C-8FB7-7A66-C067-86F8D57A4EA4}"/>
              </a:ext>
            </a:extLst>
          </p:cNvPr>
          <p:cNvSpPr>
            <a:spLocks noGrp="1"/>
          </p:cNvSpPr>
          <p:nvPr>
            <p:ph type="body" idx="2"/>
          </p:nvPr>
        </p:nvSpPr>
        <p:spPr/>
        <p:txBody>
          <a:bodyPr/>
          <a:lstStyle/>
          <a:p>
            <a:pPr marL="114300" indent="0">
              <a:buNone/>
            </a:pPr>
            <a:r>
              <a:rPr lang="en-US" dirty="0"/>
              <a:t>Test Result</a:t>
            </a:r>
          </a:p>
          <a:p>
            <a:pPr marL="114300" indent="0">
              <a:buNone/>
            </a:pPr>
            <a:endParaRPr lang="en-US" dirty="0"/>
          </a:p>
        </p:txBody>
      </p:sp>
      <p:pic>
        <p:nvPicPr>
          <p:cNvPr id="197" name="Google Shape;197;g9504e29505_0_0" descr="Green Pace logo">
            <a:extLst>
              <a:ext uri="{FF2B5EF4-FFF2-40B4-BE49-F238E27FC236}">
                <a16:creationId xmlns:a16="http://schemas.microsoft.com/office/drawing/2014/main" id="{46CC7E31-9575-969A-B365-6254C3568D06}"/>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a:extLst>
              <a:ext uri="{FF2B5EF4-FFF2-40B4-BE49-F238E27FC236}">
                <a16:creationId xmlns:a16="http://schemas.microsoft.com/office/drawing/2014/main" id="{DE3C16B6-4E04-F765-31C7-81E2E1DEF7F9}"/>
              </a:ext>
            </a:extLst>
          </p:cNvPr>
          <p:cNvPicPr>
            <a:picLocks noChangeAspect="1"/>
          </p:cNvPicPr>
          <p:nvPr/>
        </p:nvPicPr>
        <p:blipFill>
          <a:blip r:embed="rId5"/>
          <a:stretch>
            <a:fillRect/>
          </a:stretch>
        </p:blipFill>
        <p:spPr>
          <a:xfrm>
            <a:off x="685800" y="2751802"/>
            <a:ext cx="5334000" cy="2305372"/>
          </a:xfrm>
          <a:prstGeom prst="rect">
            <a:avLst/>
          </a:prstGeom>
        </p:spPr>
      </p:pic>
      <p:pic>
        <p:nvPicPr>
          <p:cNvPr id="6" name="Picture 5">
            <a:extLst>
              <a:ext uri="{FF2B5EF4-FFF2-40B4-BE49-F238E27FC236}">
                <a16:creationId xmlns:a16="http://schemas.microsoft.com/office/drawing/2014/main" id="{9910E760-73BA-0825-EA14-4C4F3C1E7209}"/>
              </a:ext>
            </a:extLst>
          </p:cNvPr>
          <p:cNvPicPr>
            <a:picLocks noChangeAspect="1"/>
          </p:cNvPicPr>
          <p:nvPr/>
        </p:nvPicPr>
        <p:blipFill>
          <a:blip r:embed="rId6"/>
          <a:stretch>
            <a:fillRect/>
          </a:stretch>
        </p:blipFill>
        <p:spPr>
          <a:xfrm>
            <a:off x="6187440" y="2751802"/>
            <a:ext cx="5318759" cy="3222553"/>
          </a:xfrm>
          <a:prstGeom prst="rect">
            <a:avLst/>
          </a:prstGeom>
        </p:spPr>
      </p:pic>
    </p:spTree>
    <p:custDataLst>
      <p:tags r:id="rId1"/>
    </p:custDataLst>
    <p:extLst>
      <p:ext uri="{BB962C8B-B14F-4D97-AF65-F5344CB8AC3E}">
        <p14:creationId xmlns:p14="http://schemas.microsoft.com/office/powerpoint/2010/main" val="3615408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742950" lvl="1" indent="-285750">
              <a:buSzPts val="2000"/>
            </a:pPr>
            <a:r>
              <a:rPr lang="en-US" sz="2400" dirty="0" err="1"/>
              <a:t>CppCheck</a:t>
            </a:r>
            <a:endParaRPr lang="en-US" sz="2400" dirty="0"/>
          </a:p>
          <a:p>
            <a:pPr marL="1200150" lvl="2" indent="-285750">
              <a:buSzPts val="2000"/>
            </a:pPr>
            <a:r>
              <a:rPr lang="en-US" sz="2000" dirty="0"/>
              <a:t>Static analysis tool for C/C++</a:t>
            </a:r>
          </a:p>
          <a:p>
            <a:pPr marL="1200150" lvl="2" indent="-285750">
              <a:buSzPts val="2000"/>
            </a:pPr>
            <a:r>
              <a:rPr lang="en-US" sz="2000" dirty="0"/>
              <a:t>Finds bugs/security flaws/severe programming errors</a:t>
            </a:r>
          </a:p>
          <a:p>
            <a:pPr marL="1200150" lvl="2" indent="-285750">
              <a:buSzPts val="2000"/>
            </a:pPr>
            <a:r>
              <a:rPr lang="en-US" sz="2000" dirty="0"/>
              <a:t>Does not validate syntax</a:t>
            </a:r>
          </a:p>
          <a:p>
            <a:pPr marL="742950" lvl="1" indent="-285750">
              <a:buSzPts val="2000"/>
            </a:pPr>
            <a:r>
              <a:rPr lang="en-US" sz="2400" dirty="0"/>
              <a:t>Clang</a:t>
            </a:r>
          </a:p>
          <a:p>
            <a:pPr marL="1200150" lvl="2" indent="-285750">
              <a:buSzPts val="2000"/>
            </a:pPr>
            <a:r>
              <a:rPr lang="en-US" sz="2000" dirty="0"/>
              <a:t>Compiler for C/C++</a:t>
            </a:r>
          </a:p>
          <a:p>
            <a:pPr marL="1200150" lvl="2" indent="-285750">
              <a:buSzPts val="2000"/>
            </a:pPr>
            <a:r>
              <a:rPr lang="en-US" sz="2000" dirty="0"/>
              <a:t>Can be integrated into existing IDEs (Visual Studio, VS Code, etc.)</a:t>
            </a:r>
          </a:p>
          <a:p>
            <a:pPr marL="1200150" lvl="2" indent="-285750">
              <a:buSzPts val="2000"/>
            </a:pPr>
            <a:r>
              <a:rPr lang="en-US" sz="2000" dirty="0"/>
              <a:t>Exceptionally precise error/warning messages</a:t>
            </a:r>
          </a:p>
          <a:p>
            <a:pPr marL="742950" lvl="1" indent="-285750">
              <a:buSzPts val="2000"/>
            </a:pPr>
            <a:r>
              <a:rPr lang="en-US" sz="2400" dirty="0" err="1"/>
              <a:t>ClangTidy</a:t>
            </a:r>
            <a:endParaRPr lang="en-US" sz="2400" dirty="0"/>
          </a:p>
          <a:p>
            <a:pPr marL="1200150" lvl="2" indent="-285750">
              <a:buSzPts val="2000"/>
            </a:pPr>
            <a:r>
              <a:rPr lang="en-US" sz="2000" dirty="0"/>
              <a:t>Automated reviewer</a:t>
            </a:r>
          </a:p>
          <a:p>
            <a:pPr marL="1200150" lvl="2" indent="-285750">
              <a:buSzPts val="2000"/>
            </a:pPr>
            <a:r>
              <a:rPr lang="en-US" sz="2000" dirty="0"/>
              <a:t>Automated refactoring to modern C++ syntax</a:t>
            </a:r>
            <a:endParaRPr sz="20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RISKS AND BENEFITS</a:t>
            </a:r>
            <a:endParaRPr dirty="0"/>
          </a:p>
        </p:txBody>
      </p:sp>
      <p:sp>
        <p:nvSpPr>
          <p:cNvPr id="217" name="Google Shape;217;p11"/>
          <p:cNvSpPr txBox="1">
            <a:spLocks noGrp="1"/>
          </p:cNvSpPr>
          <p:nvPr>
            <p:ph type="body" idx="1"/>
          </p:nvPr>
        </p:nvSpPr>
        <p:spPr>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buSzPts val="2000"/>
            </a:pPr>
            <a:r>
              <a:rPr lang="en-US" sz="2800" dirty="0"/>
              <a:t>If we wait:</a:t>
            </a:r>
          </a:p>
          <a:p>
            <a:pPr marL="685800" lvl="1" indent="-228600">
              <a:spcBef>
                <a:spcPts val="0"/>
              </a:spcBef>
              <a:buSzPts val="2000"/>
            </a:pPr>
            <a:r>
              <a:rPr lang="en-US" sz="2400" dirty="0"/>
              <a:t>Increased development cost</a:t>
            </a:r>
          </a:p>
          <a:p>
            <a:pPr marL="685800" lvl="1" indent="-228600">
              <a:spcBef>
                <a:spcPts val="0"/>
              </a:spcBef>
              <a:buSzPts val="2000"/>
            </a:pPr>
            <a:r>
              <a:rPr lang="en-US" sz="2800" dirty="0"/>
              <a:t>Incorporating the policy will cause refactoring time.</a:t>
            </a:r>
          </a:p>
          <a:p>
            <a:pPr marL="685800" lvl="1" indent="-228600">
              <a:spcBef>
                <a:spcPts val="0"/>
              </a:spcBef>
              <a:buSzPts val="2000"/>
            </a:pPr>
            <a:r>
              <a:rPr lang="en-US" sz="2800" dirty="0"/>
              <a:t>Vulnerabilities may be missed, and assets could be under attack.</a:t>
            </a:r>
          </a:p>
          <a:p>
            <a:pPr marL="685800" lvl="1" indent="-228600">
              <a:spcBef>
                <a:spcPts val="0"/>
              </a:spcBef>
              <a:buSzPts val="2000"/>
            </a:pPr>
            <a:r>
              <a:rPr lang="en-US" sz="2800" dirty="0"/>
              <a:t>Friction between developers/teams “finger-pointing”</a:t>
            </a:r>
          </a:p>
        </p:txBody>
      </p:sp>
      <p:sp>
        <p:nvSpPr>
          <p:cNvPr id="2" name="Text Placeholder 1">
            <a:extLst>
              <a:ext uri="{FF2B5EF4-FFF2-40B4-BE49-F238E27FC236}">
                <a16:creationId xmlns:a16="http://schemas.microsoft.com/office/drawing/2014/main" id="{29AAC3A6-A6E6-BA1B-CDF7-D509124A3159}"/>
              </a:ext>
            </a:extLst>
          </p:cNvPr>
          <p:cNvSpPr>
            <a:spLocks noGrp="1"/>
          </p:cNvSpPr>
          <p:nvPr>
            <p:ph type="body" idx="2"/>
          </p:nvPr>
        </p:nvSpPr>
        <p:spPr/>
        <p:txBody>
          <a:bodyPr/>
          <a:lstStyle/>
          <a:p>
            <a:pPr marL="228600" indent="-228600">
              <a:spcBef>
                <a:spcPts val="0"/>
              </a:spcBef>
              <a:buSzPts val="2000"/>
            </a:pPr>
            <a:r>
              <a:rPr lang="en-US" sz="2800" dirty="0"/>
              <a:t>If we act now:</a:t>
            </a:r>
          </a:p>
          <a:p>
            <a:pPr marL="685800" lvl="1" indent="-228600">
              <a:spcBef>
                <a:spcPts val="0"/>
              </a:spcBef>
              <a:buSzPts val="2000"/>
            </a:pPr>
            <a:r>
              <a:rPr lang="en-US" sz="2800" dirty="0"/>
              <a:t>Development time can be spent focusing on vulnerabilities</a:t>
            </a:r>
          </a:p>
          <a:p>
            <a:pPr marL="685800" lvl="1" indent="-228600">
              <a:spcBef>
                <a:spcPts val="0"/>
              </a:spcBef>
              <a:buSzPts val="2000"/>
            </a:pPr>
            <a:r>
              <a:rPr lang="en-US" sz="2800" dirty="0"/>
              <a:t>Assets would be more secure</a:t>
            </a:r>
          </a:p>
          <a:p>
            <a:pPr marL="685800" lvl="1" indent="-228600">
              <a:spcBef>
                <a:spcPts val="0"/>
              </a:spcBef>
              <a:buSzPts val="2000"/>
            </a:pPr>
            <a:r>
              <a:rPr lang="en-US" sz="2800" dirty="0"/>
              <a:t>Ensures a secure development culture.</a:t>
            </a:r>
          </a:p>
          <a:p>
            <a:pPr marL="114300" indent="0">
              <a:buNone/>
            </a:pPr>
            <a:endParaRPr lang="en-US"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gn="l" rtl="0">
              <a:lnSpc>
                <a:spcPct val="90000"/>
              </a:lnSpc>
              <a:spcBef>
                <a:spcPts val="0"/>
              </a:spcBef>
              <a:spcAft>
                <a:spcPts val="0"/>
              </a:spcAft>
              <a:buClr>
                <a:schemeClr val="lt1"/>
              </a:buClr>
              <a:buSzPts val="1800"/>
              <a:buChar char="•"/>
            </a:pPr>
            <a:r>
              <a:rPr lang="en-US" dirty="0"/>
              <a:t>Gaps and improvements will always exist for security policies</a:t>
            </a:r>
          </a:p>
          <a:p>
            <a:pPr marL="1143000" lvl="2" indent="-228600" algn="l" rtl="0">
              <a:lnSpc>
                <a:spcPct val="90000"/>
              </a:lnSpc>
              <a:spcBef>
                <a:spcPts val="0"/>
              </a:spcBef>
              <a:spcAft>
                <a:spcPts val="0"/>
              </a:spcAft>
              <a:buClr>
                <a:schemeClr val="lt1"/>
              </a:buClr>
              <a:buSzPts val="1800"/>
              <a:buChar char="•"/>
            </a:pPr>
            <a:r>
              <a:rPr lang="en-US" dirty="0"/>
              <a:t>Incorporating early ensures quicker turn-around</a:t>
            </a:r>
          </a:p>
          <a:p>
            <a:pPr marL="1143000" lvl="2" indent="-228600" algn="l" rtl="0">
              <a:lnSpc>
                <a:spcPct val="90000"/>
              </a:lnSpc>
              <a:spcBef>
                <a:spcPts val="0"/>
              </a:spcBef>
              <a:spcAft>
                <a:spcPts val="0"/>
              </a:spcAft>
              <a:buClr>
                <a:schemeClr val="lt1"/>
              </a:buClr>
              <a:buSzPts val="1800"/>
              <a:buChar char="•"/>
            </a:pPr>
            <a:endParaRPr lang="en-US" dirty="0"/>
          </a:p>
          <a:p>
            <a:pPr marL="1143000" lvl="2" indent="-228600" algn="l" rtl="0">
              <a:lnSpc>
                <a:spcPct val="90000"/>
              </a:lnSpc>
              <a:spcBef>
                <a:spcPts val="0"/>
              </a:spcBef>
              <a:spcAft>
                <a:spcPts val="0"/>
              </a:spcAft>
              <a:buClr>
                <a:schemeClr val="lt1"/>
              </a:buClr>
              <a:buSzPts val="1800"/>
              <a:buChar char="•"/>
            </a:pPr>
            <a:r>
              <a:rPr lang="en-US" dirty="0"/>
              <a:t>Example:</a:t>
            </a:r>
          </a:p>
          <a:p>
            <a:pPr marL="1600200" lvl="3" indent="-228600">
              <a:spcBef>
                <a:spcPts val="0"/>
              </a:spcBef>
            </a:pPr>
            <a:r>
              <a:rPr lang="en-US" dirty="0"/>
              <a:t>In 2017, Equifax suffered a breach</a:t>
            </a:r>
          </a:p>
          <a:p>
            <a:pPr marL="2057400" lvl="4" indent="-228600">
              <a:spcBef>
                <a:spcPts val="0"/>
              </a:spcBef>
            </a:pPr>
            <a:r>
              <a:rPr lang="en-US" dirty="0"/>
              <a:t>148 million consumers impacted</a:t>
            </a:r>
          </a:p>
          <a:p>
            <a:pPr marL="2057400" lvl="4" indent="-228600">
              <a:spcBef>
                <a:spcPts val="0"/>
              </a:spcBef>
            </a:pPr>
            <a:r>
              <a:rPr lang="en-US" dirty="0"/>
              <a:t>A security patch did exist for a known vulnerability</a:t>
            </a:r>
          </a:p>
          <a:p>
            <a:pPr marL="2514600" lvl="5" indent="-228600">
              <a:spcBef>
                <a:spcPts val="0"/>
              </a:spcBef>
            </a:pPr>
            <a:r>
              <a:rPr lang="en-US" dirty="0"/>
              <a:t>Security checking was not automated/integrated</a:t>
            </a:r>
          </a:p>
          <a:p>
            <a:pPr marL="2514600" lvl="5" indent="-228600">
              <a:spcBef>
                <a:spcPts val="0"/>
              </a:spcBef>
            </a:pPr>
            <a:r>
              <a:rPr lang="en-US" dirty="0"/>
              <a:t>Patch was not checked if deployed</a:t>
            </a:r>
          </a:p>
          <a:p>
            <a:pPr marL="2057400" lvl="4" indent="-228600">
              <a:spcBef>
                <a:spcPts val="0"/>
              </a:spcBef>
            </a:pPr>
            <a:r>
              <a:rPr lang="en-US" dirty="0"/>
              <a:t>CEO, CIO, CISO all forced out</a:t>
            </a:r>
          </a:p>
          <a:p>
            <a:pPr marL="2057400" lvl="4" indent="-228600">
              <a:spcBef>
                <a:spcPts val="0"/>
              </a:spcBef>
            </a:pPr>
            <a:r>
              <a:rPr lang="en-US" dirty="0"/>
              <a:t>$1.4 billion in total damages (legal fees, fines, stocks)</a:t>
            </a:r>
          </a:p>
          <a:p>
            <a:pPr marL="2057400" lvl="4" indent="-228600">
              <a:spcBef>
                <a:spcPts val="0"/>
              </a:spcBef>
            </a:pPr>
            <a:endParaRPr lang="en-US" dirty="0"/>
          </a:p>
          <a:p>
            <a:pPr marL="1143000" lvl="2" indent="-228600">
              <a:spcBef>
                <a:spcPts val="0"/>
              </a:spcBef>
            </a:pPr>
            <a:r>
              <a:rPr lang="en-US" dirty="0"/>
              <a:t>Further gaps could include:</a:t>
            </a:r>
          </a:p>
          <a:p>
            <a:pPr marL="1600200" lvl="3" indent="-228600">
              <a:spcBef>
                <a:spcPts val="0"/>
              </a:spcBef>
            </a:pPr>
            <a:r>
              <a:rPr lang="en-US" dirty="0"/>
              <a:t>Flawed business logic</a:t>
            </a:r>
          </a:p>
          <a:p>
            <a:pPr marL="1600200" lvl="3" indent="-228600">
              <a:spcBef>
                <a:spcPts val="0"/>
              </a:spcBef>
            </a:pPr>
            <a:r>
              <a:rPr lang="en-US" dirty="0"/>
              <a:t>Third-Party dependency</a:t>
            </a:r>
          </a:p>
          <a:p>
            <a:pPr marL="1600200" lvl="3" indent="-228600">
              <a:spcBef>
                <a:spcPts val="0"/>
              </a:spcBef>
            </a:pPr>
            <a:r>
              <a:rPr lang="en-US" dirty="0"/>
              <a:t>Human error</a:t>
            </a:r>
          </a:p>
          <a:p>
            <a:pPr marL="2057400" lvl="4" indent="-228600">
              <a:spcBef>
                <a:spcPts val="0"/>
              </a:spcBef>
            </a:pPr>
            <a:endParaRPr lang="en-US"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200"/>
            </a:pPr>
            <a:r>
              <a:rPr lang="en-US" dirty="0"/>
              <a:t>Incorporate early</a:t>
            </a:r>
          </a:p>
          <a:p>
            <a:pPr marL="228600" lvl="0" indent="-228600">
              <a:spcBef>
                <a:spcPts val="0"/>
              </a:spcBef>
              <a:buSzPts val="2200"/>
            </a:pPr>
            <a:r>
              <a:rPr lang="en-US" dirty="0"/>
              <a:t>Improve constantly</a:t>
            </a:r>
          </a:p>
          <a:p>
            <a:pPr marL="228600" lvl="0" indent="-228600" algn="l" rtl="0">
              <a:lnSpc>
                <a:spcPct val="90000"/>
              </a:lnSpc>
              <a:spcBef>
                <a:spcPts val="0"/>
              </a:spcBef>
              <a:spcAft>
                <a:spcPts val="0"/>
              </a:spcAft>
              <a:buClr>
                <a:schemeClr val="lt1"/>
              </a:buClr>
              <a:buSzPts val="2200"/>
              <a:buChar char="•"/>
            </a:pPr>
            <a:r>
              <a:rPr lang="en-US" dirty="0"/>
              <a:t>The standards identified here are internal</a:t>
            </a:r>
          </a:p>
          <a:p>
            <a:pPr marL="228600" lvl="0" indent="-228600" algn="l" rtl="0">
              <a:lnSpc>
                <a:spcPct val="90000"/>
              </a:lnSpc>
              <a:spcBef>
                <a:spcPts val="0"/>
              </a:spcBef>
              <a:spcAft>
                <a:spcPts val="0"/>
              </a:spcAft>
              <a:buClr>
                <a:schemeClr val="lt1"/>
              </a:buClr>
              <a:buSzPts val="2200"/>
              <a:buChar char="•"/>
            </a:pPr>
            <a:endParaRPr lang="en-US" sz="1800" dirty="0"/>
          </a:p>
          <a:p>
            <a:pPr marL="228600" lvl="0" indent="-228600" algn="l" rtl="0">
              <a:lnSpc>
                <a:spcPct val="90000"/>
              </a:lnSpc>
              <a:spcBef>
                <a:spcPts val="0"/>
              </a:spcBef>
              <a:spcAft>
                <a:spcPts val="0"/>
              </a:spcAft>
              <a:buClr>
                <a:schemeClr val="lt1"/>
              </a:buClr>
              <a:buSzPts val="2200"/>
              <a:buChar char="•"/>
            </a:pPr>
            <a:r>
              <a:rPr lang="en-US" sz="2400" dirty="0"/>
              <a:t>Recommend use of external standards:</a:t>
            </a:r>
          </a:p>
          <a:p>
            <a:pPr marL="685800" lvl="1" indent="-228600">
              <a:spcBef>
                <a:spcPts val="0"/>
              </a:spcBef>
              <a:buSzPts val="2200"/>
            </a:pPr>
            <a:r>
              <a:rPr lang="en-US" dirty="0"/>
              <a:t>OWASP – Open Worldwide Application Security Project</a:t>
            </a:r>
          </a:p>
          <a:p>
            <a:pPr marL="1143000" lvl="2" indent="-228600">
              <a:spcBef>
                <a:spcPts val="0"/>
              </a:spcBef>
              <a:buSzPts val="2200"/>
            </a:pPr>
            <a:r>
              <a:rPr lang="en-US" dirty="0"/>
              <a:t>Improves software security</a:t>
            </a:r>
          </a:p>
          <a:p>
            <a:pPr marL="1600200" lvl="3" indent="-228600">
              <a:spcBef>
                <a:spcPts val="0"/>
              </a:spcBef>
              <a:buSzPts val="2200"/>
            </a:pPr>
            <a:r>
              <a:rPr lang="en-US" dirty="0"/>
              <a:t>Open-source projects</a:t>
            </a:r>
          </a:p>
          <a:p>
            <a:pPr marL="1600200" lvl="3" indent="-228600">
              <a:spcBef>
                <a:spcPts val="0"/>
              </a:spcBef>
              <a:buSzPts val="2200"/>
            </a:pPr>
            <a:r>
              <a:rPr lang="en-US" dirty="0"/>
              <a:t>Tools</a:t>
            </a:r>
          </a:p>
          <a:p>
            <a:pPr marL="1600200" lvl="3" indent="-228600">
              <a:spcBef>
                <a:spcPts val="0"/>
              </a:spcBef>
              <a:buSzPts val="2200"/>
            </a:pPr>
            <a:r>
              <a:rPr lang="en-US" dirty="0"/>
              <a:t>Educational Resources</a:t>
            </a:r>
          </a:p>
          <a:p>
            <a:pPr marL="685800" lvl="1" indent="-228600">
              <a:spcBef>
                <a:spcPts val="0"/>
              </a:spcBef>
              <a:buSzPts val="2200"/>
            </a:pPr>
            <a:r>
              <a:rPr lang="en-US" dirty="0"/>
              <a:t>NIST – National Institute of Standards and Technology</a:t>
            </a:r>
          </a:p>
          <a:p>
            <a:pPr marL="1143000" lvl="2" indent="-228600">
              <a:spcBef>
                <a:spcPts val="0"/>
              </a:spcBef>
              <a:buSzPts val="2200"/>
            </a:pPr>
            <a:r>
              <a:rPr lang="en-US" dirty="0"/>
              <a:t>Develops foundational guidelines</a:t>
            </a:r>
          </a:p>
          <a:p>
            <a:pPr marL="1143000" lvl="2" indent="-228600">
              <a:spcBef>
                <a:spcPts val="0"/>
              </a:spcBef>
              <a:buSzPts val="2200"/>
            </a:pPr>
            <a:r>
              <a:rPr lang="en-US" dirty="0"/>
              <a:t>Operates the NVD – National Vulnerability Database</a:t>
            </a:r>
          </a:p>
          <a:p>
            <a:pPr marL="1600200" lvl="3" indent="-228600">
              <a:spcBef>
                <a:spcPts val="0"/>
              </a:spcBef>
              <a:buSzPts val="2200"/>
            </a:pPr>
            <a:r>
              <a:rPr lang="en-US" dirty="0"/>
              <a:t>150,000 known vulnerabilities</a:t>
            </a:r>
            <a:endParaRPr dirty="0"/>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a:bodyPr>
          <a:lstStyle/>
          <a:p>
            <a:pPr marL="114300" indent="-457200">
              <a:buNone/>
            </a:pPr>
            <a:r>
              <a:rPr lang="en-US" dirty="0"/>
              <a:t>Hoffman, B. (2018, February 7). </a:t>
            </a:r>
            <a:r>
              <a:rPr lang="en-US" i="1" dirty="0"/>
              <a:t>Static checks with </a:t>
            </a:r>
            <a:r>
              <a:rPr lang="en-US" i="1" dirty="0" err="1"/>
              <a:t>CMake</a:t>
            </a:r>
            <a:r>
              <a:rPr lang="en-US" i="1" dirty="0"/>
              <a:t>/</a:t>
            </a:r>
            <a:r>
              <a:rPr lang="en-US" i="1" dirty="0" err="1"/>
              <a:t>CDash</a:t>
            </a:r>
            <a:r>
              <a:rPr lang="en-US" i="1" dirty="0"/>
              <a:t> (</a:t>
            </a:r>
            <a:r>
              <a:rPr lang="en-US" i="1" dirty="0" err="1"/>
              <a:t>iwyu</a:t>
            </a:r>
            <a:r>
              <a:rPr lang="en-US" i="1" dirty="0"/>
              <a:t>, clang-tidy, </a:t>
            </a:r>
            <a:r>
              <a:rPr lang="en-US" i="1" dirty="0" err="1"/>
              <a:t>lwyu</a:t>
            </a:r>
            <a:r>
              <a:rPr lang="en-US" i="1" dirty="0"/>
              <a:t>, </a:t>
            </a:r>
            <a:r>
              <a:rPr lang="en-US" i="1" dirty="0" err="1"/>
              <a:t>cpplint</a:t>
            </a:r>
            <a:r>
              <a:rPr lang="en-US" i="1" dirty="0"/>
              <a:t> and </a:t>
            </a:r>
            <a:r>
              <a:rPr lang="en-US" i="1" dirty="0" err="1"/>
              <a:t>cppcheck</a:t>
            </a:r>
            <a:r>
              <a:rPr lang="en-US" i="1" dirty="0"/>
              <a:t>)</a:t>
            </a:r>
            <a:r>
              <a:rPr lang="en-US" dirty="0"/>
              <a:t>. </a:t>
            </a:r>
            <a:r>
              <a:rPr lang="en-US" dirty="0" err="1"/>
              <a:t>Kitware.Com</a:t>
            </a:r>
            <a:r>
              <a:rPr lang="en-US" dirty="0"/>
              <a:t>. </a:t>
            </a:r>
            <a:r>
              <a:rPr lang="en-US" dirty="0">
                <a:hlinkClick r:id="rId4"/>
              </a:rPr>
              <a:t>https://www.kitware.com/static-checks-with-cmake-cdash-iwyu-clang-tidy-lwyu-cpplint-and-cppcheck/</a:t>
            </a:r>
            <a:r>
              <a:rPr lang="en-US" dirty="0"/>
              <a:t> </a:t>
            </a:r>
          </a:p>
          <a:p>
            <a:pPr marL="114300" indent="-457200">
              <a:buNone/>
            </a:pPr>
            <a:r>
              <a:rPr lang="en-US" dirty="0"/>
              <a:t>‌The Clang Team. (2021). </a:t>
            </a:r>
            <a:r>
              <a:rPr lang="en-US" i="1" dirty="0"/>
              <a:t>Clang Compiler User’s Manual — Clang 23.0.0git documentation</a:t>
            </a:r>
            <a:r>
              <a:rPr lang="en-US" dirty="0"/>
              <a:t>. </a:t>
            </a:r>
            <a:r>
              <a:rPr lang="en-US" dirty="0" err="1"/>
              <a:t>Llvm.Org</a:t>
            </a:r>
            <a:r>
              <a:rPr lang="en-US" dirty="0"/>
              <a:t>. </a:t>
            </a:r>
            <a:r>
              <a:rPr lang="en-US" dirty="0">
                <a:hlinkClick r:id="rId5"/>
              </a:rPr>
              <a:t>https://clang.llvm.org/docs/UsersManual.html</a:t>
            </a:r>
            <a:r>
              <a:rPr lang="en-US" dirty="0"/>
              <a:t> </a:t>
            </a:r>
          </a:p>
          <a:p>
            <a:pPr marL="114300" indent="-457200">
              <a:buNone/>
            </a:pPr>
            <a:r>
              <a:rPr lang="en-US" dirty="0"/>
              <a:t>Ludo </a:t>
            </a:r>
            <a:r>
              <a:rPr lang="en-US" dirty="0" err="1"/>
              <a:t>Fourrage</a:t>
            </a:r>
            <a:r>
              <a:rPr lang="en-US" dirty="0"/>
              <a:t>. (2023, December 20). </a:t>
            </a:r>
            <a:r>
              <a:rPr lang="en-US" i="1" dirty="0"/>
              <a:t>What are the consequences of non-compliance with cybersecurity regulations?</a:t>
            </a:r>
            <a:r>
              <a:rPr lang="en-US" dirty="0"/>
              <a:t> </a:t>
            </a:r>
            <a:r>
              <a:rPr lang="en-US" dirty="0" err="1"/>
              <a:t>Nucamp</a:t>
            </a:r>
            <a:r>
              <a:rPr lang="en-US" dirty="0"/>
              <a:t>; </a:t>
            </a:r>
            <a:r>
              <a:rPr lang="en-US" dirty="0" err="1"/>
              <a:t>Nucamp</a:t>
            </a:r>
            <a:r>
              <a:rPr lang="en-US" dirty="0"/>
              <a:t> Bootcamp. </a:t>
            </a:r>
            <a:r>
              <a:rPr lang="en-US" dirty="0">
                <a:hlinkClick r:id="rId6"/>
              </a:rPr>
              <a:t>https://www.nucamp.co/blog/coding-bootcamp-cybersecurity-what-are-the-consequences-of-noncompliance-with-cybersecurity-regulations</a:t>
            </a:r>
            <a:r>
              <a:rPr lang="en-US" dirty="0"/>
              <a:t> </a:t>
            </a:r>
          </a:p>
          <a:p>
            <a:pPr marL="114300" indent="-457200">
              <a:buNone/>
            </a:pPr>
            <a:r>
              <a:rPr lang="en-US" dirty="0"/>
              <a:t>Aram Hovsepyan. (2023, September 26). </a:t>
            </a:r>
            <a:r>
              <a:rPr lang="en-US" i="1" dirty="0"/>
              <a:t>A comparison of NIST CSF 2.0 and OWASP SAMM</a:t>
            </a:r>
            <a:r>
              <a:rPr lang="en-US" dirty="0"/>
              <a:t>. </a:t>
            </a:r>
            <a:r>
              <a:rPr lang="en-US" dirty="0" err="1"/>
              <a:t>Codific</a:t>
            </a:r>
            <a:r>
              <a:rPr lang="en-US" dirty="0"/>
              <a:t>. </a:t>
            </a:r>
            <a:r>
              <a:rPr lang="en-US" dirty="0">
                <a:hlinkClick r:id="rId7"/>
              </a:rPr>
              <a:t>https://codific.com/a-comparison-of-nist-csf-and-owasp-samm/</a:t>
            </a:r>
            <a:r>
              <a:rPr lang="en-US" dirty="0"/>
              <a:t> </a:t>
            </a:r>
          </a:p>
          <a:p>
            <a:endParaRPr lang="en-US" dirty="0"/>
          </a:p>
        </p:txBody>
      </p:sp>
      <p:pic>
        <p:nvPicPr>
          <p:cNvPr id="239" name="Google Shape;239;p14" descr="Green Pace logo"/>
          <p:cNvPicPr preferRelativeResize="0"/>
          <p:nvPr/>
        </p:nvPicPr>
        <p:blipFill>
          <a:blip r:embed="rId8">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9B35DD-16B6-4415-A905-CDACA4FC6DBE}">
  <ds:schemaRefs>
    <ds:schemaRef ds:uri="http://schemas.microsoft.com/office/2006/documentManagement/types"/>
    <ds:schemaRef ds:uri="http://purl.org/dc/dcmitype/"/>
    <ds:schemaRef ds:uri="http://purl.org/dc/terms/"/>
    <ds:schemaRef ds:uri="http://schemas.microsoft.com/office/infopath/2007/PartnerControls"/>
    <ds:schemaRef ds:uri="http://purl.org/dc/elements/1.1/"/>
    <ds:schemaRef ds:uri="http://www.w3.org/XML/1998/namespace"/>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480</TotalTime>
  <Words>798</Words>
  <Application>Microsoft Office PowerPoint</Application>
  <PresentationFormat>Widescreen</PresentationFormat>
  <Paragraphs>147</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 – Buffer Overflow</vt:lpstr>
      <vt:lpstr>Unit Testing – Null Pointer References</vt:lpstr>
      <vt:lpstr>Unit Testing – Memory Leaks</vt:lpstr>
      <vt:lpstr>Unit Testing – Integer Overflow Protection</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Peck, Michael</cp:lastModifiedBy>
  <cp:revision>4</cp:revision>
  <dcterms:created xsi:type="dcterms:W3CDTF">2020-08-19T17:59:24Z</dcterms:created>
  <dcterms:modified xsi:type="dcterms:W3CDTF">2026-06-21T18:11:20Z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